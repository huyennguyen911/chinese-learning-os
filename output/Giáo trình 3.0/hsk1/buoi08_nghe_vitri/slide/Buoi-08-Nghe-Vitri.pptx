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media1.mp3" ContentType="audio/mpeg"/>
  <Override PartName="/ppt/media/media10.mp3" ContentType="audio/mpeg"/>
  <Override PartName="/ppt/media/media11.mp3" ContentType="audio/mpeg"/>
  <Override PartName="/ppt/media/media12.mp3" ContentType="audio/mpeg"/>
  <Override PartName="/ppt/media/media13.mp3" ContentType="audio/mpeg"/>
  <Override PartName="/ppt/media/media14.mp3" ContentType="audio/mpeg"/>
  <Override PartName="/ppt/media/media15.mp3" ContentType="audio/mpeg"/>
  <Override PartName="/ppt/media/media16.mp3" ContentType="audio/mpeg"/>
  <Override PartName="/ppt/media/media17.mp3" ContentType="audio/mpeg"/>
  <Override PartName="/ppt/media/media18.mp3" ContentType="audio/mpeg"/>
  <Override PartName="/ppt/media/media19.mp3" ContentType="audio/mpeg"/>
  <Override PartName="/ppt/media/media2.mp3" ContentType="audio/mpeg"/>
  <Override PartName="/ppt/media/media3.mp3" ContentType="audio/mpeg"/>
  <Override PartName="/ppt/media/media4.mp3" ContentType="audio/mpeg"/>
  <Override PartName="/ppt/media/media5.mp3" ContentType="audio/mpeg"/>
  <Override PartName="/ppt/media/media6.mp3" ContentType="audio/mpeg"/>
  <Override PartName="/ppt/media/media7.mp3" ContentType="audio/mpeg"/>
  <Override PartName="/ppt/media/media8.mp3" ContentType="audio/mpeg"/>
  <Override PartName="/ppt/media/media9.mp3" ContentType="audio/mpeg"/>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microsoft.com/office/2007/relationships/media" Target="../media/media1.mp3"/><Relationship Id="rId4" Type="http://schemas.openxmlformats.org/officeDocument/2006/relationships/video" Target="../media/media1.mp3"/><Relationship Id="rId5"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microsoft.com/office/2007/relationships/media" Target="../media/media2.mp3"/><Relationship Id="rId4" Type="http://schemas.openxmlformats.org/officeDocument/2006/relationships/video" Target="../media/media2.mp3"/><Relationship Id="rId5"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3.mp3"/><Relationship Id="rId3" Type="http://schemas.openxmlformats.org/officeDocument/2006/relationships/video" Target="../media/media3.mp3"/><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microsoft.com/office/2007/relationships/media" Target="../media/media4.mp3"/><Relationship Id="rId4" Type="http://schemas.openxmlformats.org/officeDocument/2006/relationships/video" Target="../media/media4.mp3"/><Relationship Id="rId5"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microsoft.com/office/2007/relationships/media" Target="../media/media5.mp3"/><Relationship Id="rId4" Type="http://schemas.openxmlformats.org/officeDocument/2006/relationships/video" Target="../media/media5.mp3"/><Relationship Id="rId5"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microsoft.com/office/2007/relationships/media" Target="../media/media6.mp3"/><Relationship Id="rId4" Type="http://schemas.openxmlformats.org/officeDocument/2006/relationships/video" Target="../media/media6.mp3"/><Relationship Id="rId5"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7.mp3"/><Relationship Id="rId3" Type="http://schemas.openxmlformats.org/officeDocument/2006/relationships/video" Target="../media/media7.mp3"/><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microsoft.com/office/2007/relationships/media" Target="../media/media8.mp3"/><Relationship Id="rId4" Type="http://schemas.openxmlformats.org/officeDocument/2006/relationships/video" Target="../media/media8.mp3"/><Relationship Id="rId5"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microsoft.com/office/2007/relationships/media" Target="../media/media9.mp3"/><Relationship Id="rId4" Type="http://schemas.openxmlformats.org/officeDocument/2006/relationships/video" Target="../media/media9.mp3"/><Relationship Id="rId5"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microsoft.com/office/2007/relationships/media" Target="../media/media10.mp3"/><Relationship Id="rId4" Type="http://schemas.openxmlformats.org/officeDocument/2006/relationships/video" Target="../media/media10.mp3"/><Relationship Id="rId5"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11.mp3"/><Relationship Id="rId3" Type="http://schemas.openxmlformats.org/officeDocument/2006/relationships/video" Target="../media/media11.mp3"/><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12.mp3"/><Relationship Id="rId3" Type="http://schemas.openxmlformats.org/officeDocument/2006/relationships/video" Target="../media/media12.mp3"/><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13.mp3"/><Relationship Id="rId3" Type="http://schemas.openxmlformats.org/officeDocument/2006/relationships/video" Target="../media/media13.mp3"/><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14.mp3"/><Relationship Id="rId3" Type="http://schemas.openxmlformats.org/officeDocument/2006/relationships/video" Target="../media/media14.mp3"/><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15.mp3"/><Relationship Id="rId3" Type="http://schemas.openxmlformats.org/officeDocument/2006/relationships/video" Target="../media/media15.mp3"/><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16.mp3"/><Relationship Id="rId3" Type="http://schemas.openxmlformats.org/officeDocument/2006/relationships/video" Target="../media/media16.mp3"/><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17.mp3"/><Relationship Id="rId3" Type="http://schemas.openxmlformats.org/officeDocument/2006/relationships/video" Target="../media/media17.mp3"/><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microsoft.com/office/2007/relationships/media" Target="../media/media18.mp3"/><Relationship Id="rId4" Type="http://schemas.openxmlformats.org/officeDocument/2006/relationships/video" Target="../media/media18.mp3"/><Relationship Id="rId5"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microsoft.com/office/2007/relationships/media" Target="../media/media19.mp3"/><Relationship Id="rId4" Type="http://schemas.openxmlformats.org/officeDocument/2006/relationships/video" Target="../media/media19.mp3"/><Relationship Id="rId5"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8E2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920240"/>
            <a:ext cx="11094415" cy="3017520"/>
          </a:xfrm>
          <a:prstGeom prst="rect">
            <a:avLst/>
          </a:prstGeom>
          <a:noFill/>
        </p:spPr>
        <p:txBody>
          <a:bodyPr wrap="square" anchor="ctr">
            <a:spAutoFit/>
          </a:bodyPr>
          <a:lstStyle/>
          <a:p>
            <a:pPr algn="ctr">
              <a:buNone/>
            </a:pPr>
            <a:r>
              <a:rPr sz="4400" b="1" i="0">
                <a:solidFill>
                  <a:srgbClr val="FFFFFF"/>
                </a:solidFill>
                <a:latin typeface="Calibri"/>
                <a:ea typeface="Microsoft YaHei"/>
                <a:cs typeface="Microsoft YaHei"/>
              </a:rPr>
              <a:t>我爸爸也在医院工作</a:t>
            </a:r>
          </a:p>
          <a:p>
            <a:pPr algn="ctr">
              <a:spcBef>
                <a:spcPts val="1000"/>
              </a:spcBef>
              <a:buNone/>
            </a:pPr>
            <a:r>
              <a:rPr sz="2000" b="0" i="0">
                <a:solidFill>
                  <a:srgbClr val="F7E4E1"/>
                </a:solidFill>
                <a:latin typeface="Calibri"/>
                <a:ea typeface="Microsoft YaHei"/>
                <a:cs typeface="Microsoft YaHei"/>
              </a:rPr>
              <a:t>Bố tôi cũng làm việc ở bệnh viện</a:t>
            </a:r>
          </a:p>
          <a:p>
            <a:pPr algn="ctr">
              <a:spcBef>
                <a:spcPts val="600"/>
              </a:spcBef>
              <a:buNone/>
            </a:pPr>
            <a:r>
              <a:rPr sz="1400" b="0" i="0">
                <a:solidFill>
                  <a:srgbClr val="F7E4E1"/>
                </a:solidFill>
                <a:latin typeface="Calibri"/>
                <a:ea typeface="Microsoft YaHei"/>
                <a:cs typeface="Microsoft YaHei"/>
              </a:rPr>
              <a:t>HSK1 · Buổi 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37056"/>
          </a:xfrm>
          <a:prstGeom prst="rect">
            <a:avLst/>
          </a:prstGeom>
          <a:solidFill>
            <a:srgbClr val="8E2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46304"/>
            <a:ext cx="1371600" cy="384048"/>
          </a:xfrm>
          <a:prstGeom prst="roundRect">
            <a:avLst/>
          </a:prstGeom>
          <a:solidFill>
            <a:srgbClr val="5F160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25400" bIns="25400"/>
          <a:lstStyle/>
          <a:p>
            <a:pPr algn="ctr">
              <a:buNone/>
            </a:pPr>
            <a:r>
              <a:rPr sz="1600" b="1" i="0">
                <a:solidFill>
                  <a:srgbClr val="FFFFFF"/>
                </a:solidFill>
                <a:latin typeface="Calibri"/>
                <a:ea typeface="Microsoft YaHei"/>
                <a:cs typeface="Microsoft YaHei"/>
              </a:rPr>
              <a:t>目标</a:t>
            </a:r>
          </a:p>
        </p:txBody>
      </p:sp>
      <p:sp>
        <p:nvSpPr>
          <p:cNvPr id="5" name="TextBox 4"/>
          <p:cNvSpPr txBox="1"/>
          <p:nvPr/>
        </p:nvSpPr>
        <p:spPr>
          <a:xfrm>
            <a:off x="548640" y="566928"/>
            <a:ext cx="11094415" cy="642112"/>
          </a:xfrm>
          <a:prstGeom prst="rect">
            <a:avLst/>
          </a:prstGeom>
          <a:noFill/>
        </p:spPr>
        <p:txBody>
          <a:bodyPr wrap="square" anchor="ctr">
            <a:spAutoFit/>
          </a:bodyPr>
          <a:lstStyle/>
          <a:p>
            <a:pPr>
              <a:buNone/>
            </a:pPr>
            <a:r>
              <a:rPr sz="2700" b="1" i="0">
                <a:solidFill>
                  <a:srgbClr val="FFFFFF"/>
                </a:solidFill>
                <a:latin typeface="Calibri"/>
                <a:ea typeface="Microsoft YaHei"/>
                <a:cs typeface="Microsoft YaHei"/>
              </a:rPr>
              <a:t>今天学什么？</a:t>
            </a:r>
          </a:p>
        </p:txBody>
      </p:sp>
      <p:sp>
        <p:nvSpPr>
          <p:cNvPr id="6" name="TextBox 5"/>
          <p:cNvSpPr txBox="1"/>
          <p:nvPr/>
        </p:nvSpPr>
        <p:spPr>
          <a:xfrm>
            <a:off x="548640" y="1611376"/>
            <a:ext cx="11094415" cy="4880864"/>
          </a:xfrm>
          <a:prstGeom prst="rect">
            <a:avLst/>
          </a:prstGeom>
          <a:noFill/>
        </p:spPr>
        <p:txBody>
          <a:bodyPr wrap="square" anchor="ctr">
            <a:spAutoFit/>
          </a:bodyPr>
          <a:lstStyle/>
          <a:p>
            <a:pPr>
              <a:spcBef>
                <a:spcPts val="2600"/>
              </a:spcBef>
              <a:buNone/>
            </a:pPr>
            <a:r>
              <a:rPr sz="2200" b="1" i="0">
                <a:solidFill>
                  <a:srgbClr val="8E2B20"/>
                </a:solidFill>
                <a:latin typeface="Calibri"/>
                <a:ea typeface="Microsoft YaHei"/>
                <a:cs typeface="Microsoft YaHei"/>
              </a:rPr>
              <a:t>•  </a:t>
            </a:r>
            <a:r>
              <a:rPr sz="2200" b="1" i="0">
                <a:solidFill>
                  <a:srgbClr val="1F2933"/>
                </a:solidFill>
                <a:latin typeface="Calibri"/>
                <a:ea typeface="Microsoft YaHei"/>
                <a:cs typeface="Microsoft YaHei"/>
              </a:rPr>
              <a:t>Nói được đồ vật/con vật ở đâu bằng giới từ 在.</a:t>
            </a:r>
          </a:p>
          <a:p>
            <a:pPr>
              <a:spcBef>
                <a:spcPts val="2600"/>
              </a:spcBef>
              <a:buNone/>
            </a:pPr>
            <a:r>
              <a:rPr sz="2200" b="1" i="0">
                <a:solidFill>
                  <a:srgbClr val="8E2B20"/>
                </a:solidFill>
                <a:latin typeface="Calibri"/>
                <a:ea typeface="Microsoft YaHei"/>
                <a:cs typeface="Microsoft YaHei"/>
              </a:rPr>
              <a:t>•  </a:t>
            </a:r>
            <a:r>
              <a:rPr sz="2200" b="1" i="0">
                <a:solidFill>
                  <a:srgbClr val="1F2933"/>
                </a:solidFill>
                <a:latin typeface="Calibri"/>
                <a:ea typeface="Microsoft YaHei"/>
                <a:cs typeface="Microsoft YaHei"/>
              </a:rPr>
              <a:t>Hỏi và trả lời có làm được việc gì không bằng 能.</a:t>
            </a:r>
          </a:p>
          <a:p>
            <a:pPr>
              <a:spcBef>
                <a:spcPts val="2600"/>
              </a:spcBef>
              <a:buNone/>
            </a:pPr>
            <a:r>
              <a:rPr sz="2200" b="1" i="0">
                <a:solidFill>
                  <a:srgbClr val="8E2B20"/>
                </a:solidFill>
                <a:latin typeface="Calibri"/>
                <a:ea typeface="Microsoft YaHei"/>
                <a:cs typeface="Microsoft YaHei"/>
              </a:rPr>
              <a:t>•  </a:t>
            </a:r>
            <a:r>
              <a:rPr sz="2200" b="1" i="0">
                <a:solidFill>
                  <a:srgbClr val="1F2933"/>
                </a:solidFill>
                <a:latin typeface="Calibri"/>
                <a:ea typeface="Microsoft YaHei"/>
                <a:cs typeface="Microsoft YaHei"/>
              </a:rPr>
              <a:t>Phân biệt 3 từ hay bị nhầm thành 'có thể': 会 / 想 / 能.</a:t>
            </a:r>
          </a:p>
          <a:p>
            <a:pPr>
              <a:spcBef>
                <a:spcPts val="2600"/>
              </a:spcBef>
              <a:buNone/>
            </a:pPr>
            <a:r>
              <a:rPr sz="2200" b="1" i="0">
                <a:solidFill>
                  <a:srgbClr val="8E2B20"/>
                </a:solidFill>
                <a:latin typeface="Calibri"/>
                <a:ea typeface="Microsoft YaHei"/>
                <a:cs typeface="Microsoft YaHei"/>
              </a:rPr>
              <a:t>•  </a:t>
            </a:r>
            <a:r>
              <a:rPr sz="2200" b="1" i="0">
                <a:solidFill>
                  <a:srgbClr val="1F2933"/>
                </a:solidFill>
                <a:latin typeface="Calibri"/>
                <a:ea typeface="Microsoft YaHei"/>
                <a:cs typeface="Microsoft YaHei"/>
              </a:rPr>
              <a:t>Kể được người trong nhà đang ở đâu, làm gì.</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1094415" cy="2103120"/>
          </a:xfrm>
          <a:prstGeom prst="rect">
            <a:avLst/>
          </a:prstGeom>
          <a:noFill/>
        </p:spPr>
        <p:txBody>
          <a:bodyPr wrap="square" anchor="ctr">
            <a:spAutoFit/>
          </a:bodyPr>
          <a:lstStyle/>
          <a:p>
            <a:pPr algn="ctr">
              <a:buNone/>
            </a:pPr>
            <a:r>
              <a:rPr sz="3600" b="1" i="0">
                <a:solidFill>
                  <a:srgbClr val="8E2B20"/>
                </a:solidFill>
                <a:latin typeface="Calibri"/>
                <a:ea typeface="Microsoft YaHei"/>
                <a:cs typeface="Microsoft YaHei"/>
              </a:rPr>
              <a:t>第一部分 · 课本生词</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37056"/>
          </a:xfrm>
          <a:prstGeom prst="rect">
            <a:avLst/>
          </a:prstGeom>
          <a:solidFill>
            <a:srgbClr val="8E2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46304"/>
            <a:ext cx="1639173" cy="384048"/>
          </a:xfrm>
          <a:prstGeom prst="roundRect">
            <a:avLst/>
          </a:prstGeom>
          <a:solidFill>
            <a:srgbClr val="5F160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25400" bIns="25400"/>
          <a:lstStyle/>
          <a:p>
            <a:pPr algn="ctr">
              <a:buNone/>
            </a:pPr>
            <a:r>
              <a:rPr sz="1600" b="1" i="0">
                <a:solidFill>
                  <a:srgbClr val="FFFFFF"/>
                </a:solidFill>
                <a:latin typeface="Calibri"/>
                <a:ea typeface="Microsoft YaHei"/>
                <a:cs typeface="Microsoft YaHei"/>
              </a:rPr>
              <a:t>生词 1-2/23</a:t>
            </a:r>
          </a:p>
        </p:txBody>
      </p:sp>
      <p:sp>
        <p:nvSpPr>
          <p:cNvPr id="5" name="TextBox 4"/>
          <p:cNvSpPr txBox="1"/>
          <p:nvPr/>
        </p:nvSpPr>
        <p:spPr>
          <a:xfrm>
            <a:off x="548640" y="566928"/>
            <a:ext cx="11094415" cy="642112"/>
          </a:xfrm>
          <a:prstGeom prst="rect">
            <a:avLst/>
          </a:prstGeom>
          <a:noFill/>
        </p:spPr>
        <p:txBody>
          <a:bodyPr wrap="square" anchor="ctr">
            <a:spAutoFit/>
          </a:bodyPr>
          <a:lstStyle/>
          <a:p>
            <a:pPr>
              <a:buNone/>
            </a:pPr>
            <a:r>
              <a:rPr sz="2700" b="1" i="0">
                <a:solidFill>
                  <a:srgbClr val="FFFFFF"/>
                </a:solidFill>
                <a:latin typeface="Calibri"/>
                <a:ea typeface="Microsoft YaHei"/>
                <a:cs typeface="Microsoft YaHei"/>
              </a:rPr>
              <a:t>房间 · 外</a:t>
            </a:r>
          </a:p>
        </p:txBody>
      </p:sp>
      <p:pic>
        <p:nvPicPr>
          <p:cNvPr id="6" name="Picture 5" descr="fangjian.jpg"/>
          <p:cNvPicPr>
            <a:picLocks noChangeAspect="1"/>
          </p:cNvPicPr>
          <p:nvPr/>
        </p:nvPicPr>
        <p:blipFill>
          <a:blip r:embed="rId2"/>
          <a:stretch>
            <a:fillRect/>
          </a:stretch>
        </p:blipFill>
        <p:spPr>
          <a:xfrm>
            <a:off x="548641" y="2865886"/>
            <a:ext cx="3550210" cy="2371843"/>
          </a:xfrm>
          <a:prstGeom prst="rect">
            <a:avLst/>
          </a:prstGeom>
        </p:spPr>
      </p:pic>
      <p:sp>
        <p:nvSpPr>
          <p:cNvPr id="7" name="TextBox 6"/>
          <p:cNvSpPr txBox="1"/>
          <p:nvPr/>
        </p:nvSpPr>
        <p:spPr>
          <a:xfrm>
            <a:off x="4464612" y="1611376"/>
            <a:ext cx="7178443" cy="1273048"/>
          </a:xfrm>
          <a:prstGeom prst="rect">
            <a:avLst/>
          </a:prstGeom>
          <a:noFill/>
        </p:spPr>
        <p:txBody>
          <a:bodyPr wrap="square" anchor="t">
            <a:spAutoFit/>
          </a:bodyPr>
          <a:lstStyle/>
          <a:p>
            <a:pPr>
              <a:buNone/>
            </a:pPr>
            <a:r>
              <a:rPr sz="2800" b="1" i="0">
                <a:solidFill>
                  <a:srgbClr val="8E2B20"/>
                </a:solidFill>
                <a:latin typeface="Calibri"/>
                <a:ea typeface="Microsoft YaHei"/>
                <a:cs typeface="Microsoft YaHei"/>
              </a:rPr>
              <a:t>房间</a:t>
            </a:r>
            <a:r>
              <a:rPr sz="2800" b="1" i="0">
                <a:solidFill>
                  <a:srgbClr val="8E2B20"/>
                </a:solidFill>
                <a:latin typeface="Calibri"/>
                <a:ea typeface="Microsoft YaHei"/>
                <a:cs typeface="Microsoft YaHei"/>
              </a:rPr>
              <a:t>外</a:t>
            </a:r>
            <a:r>
              <a:rPr sz="2800" b="1" i="0">
                <a:solidFill>
                  <a:srgbClr val="1F2933"/>
                </a:solidFill>
                <a:latin typeface="Calibri"/>
                <a:ea typeface="Microsoft YaHei"/>
                <a:cs typeface="Microsoft YaHei"/>
              </a:rPr>
              <a:t>有一只小猫。</a:t>
            </a:r>
          </a:p>
          <a:p>
            <a:pPr>
              <a:spcBef>
                <a:spcPts val="600"/>
              </a:spcBef>
              <a:buNone/>
            </a:pPr>
            <a:r>
              <a:rPr sz="1600" b="0" i="1">
                <a:solidFill>
                  <a:srgbClr val="8E2B20"/>
                </a:solidFill>
                <a:latin typeface="Calibri"/>
                <a:ea typeface="Microsoft YaHei"/>
                <a:cs typeface="Microsoft YaHei"/>
              </a:rPr>
              <a:t>Fángjiān wài yǒu yì zhī xiǎo māo.</a:t>
            </a:r>
          </a:p>
          <a:p>
            <a:pPr>
              <a:spcBef>
                <a:spcPts val="400"/>
              </a:spcBef>
              <a:buNone/>
            </a:pPr>
            <a:r>
              <a:rPr sz="1400" b="0" i="0">
                <a:solidFill>
                  <a:srgbClr val="6B7683"/>
                </a:solidFill>
                <a:latin typeface="Calibri"/>
                <a:ea typeface="Microsoft YaHei"/>
                <a:cs typeface="Microsoft YaHei"/>
              </a:rPr>
              <a:t>Ngoài phòng có một con mèo nhỏ.</a:t>
            </a:r>
          </a:p>
        </p:txBody>
      </p:sp>
      <p:sp>
        <p:nvSpPr>
          <p:cNvPr id="8" name="TextBox 7"/>
          <p:cNvSpPr txBox="1"/>
          <p:nvPr/>
        </p:nvSpPr>
        <p:spPr>
          <a:xfrm>
            <a:off x="4464612" y="3158744"/>
            <a:ext cx="3520641" cy="3333496"/>
          </a:xfrm>
          <a:prstGeom prst="rect">
            <a:avLst/>
          </a:prstGeom>
          <a:noFill/>
        </p:spPr>
        <p:txBody>
          <a:bodyPr wrap="square" anchor="ctr">
            <a:spAutoFit/>
          </a:bodyPr>
          <a:lstStyle/>
          <a:p>
            <a:pPr algn="ctr">
              <a:buNone/>
            </a:pPr>
            <a:r>
              <a:rPr sz="3600" b="1" i="0">
                <a:solidFill>
                  <a:srgbClr val="1F2933"/>
                </a:solidFill>
                <a:latin typeface="Calibri"/>
                <a:ea typeface="Microsoft YaHei"/>
                <a:cs typeface="Microsoft YaHei"/>
              </a:rPr>
              <a:t>房间</a:t>
            </a:r>
          </a:p>
          <a:p>
            <a:pPr algn="ctr">
              <a:spcBef>
                <a:spcPts val="600"/>
              </a:spcBef>
              <a:buNone/>
            </a:pPr>
            <a:r>
              <a:rPr sz="1500" b="0" i="1">
                <a:solidFill>
                  <a:srgbClr val="8E2B20"/>
                </a:solidFill>
                <a:latin typeface="Calibri"/>
                <a:ea typeface="Microsoft YaHei"/>
                <a:cs typeface="Microsoft YaHei"/>
              </a:rPr>
              <a:t>fángjiān</a:t>
            </a:r>
          </a:p>
          <a:p>
            <a:pPr algn="ctr">
              <a:spcBef>
                <a:spcPts val="300"/>
              </a:spcBef>
              <a:buNone/>
            </a:pPr>
            <a:r>
              <a:rPr sz="1300" b="0" i="0">
                <a:solidFill>
                  <a:srgbClr val="1F2933"/>
                </a:solidFill>
                <a:latin typeface="Calibri"/>
                <a:ea typeface="Microsoft YaHei"/>
                <a:cs typeface="Microsoft YaHei"/>
              </a:rPr>
              <a:t>phòng</a:t>
            </a:r>
          </a:p>
        </p:txBody>
      </p:sp>
      <p:sp>
        <p:nvSpPr>
          <p:cNvPr id="9" name="TextBox 8"/>
          <p:cNvSpPr txBox="1"/>
          <p:nvPr/>
        </p:nvSpPr>
        <p:spPr>
          <a:xfrm>
            <a:off x="8122413" y="3158744"/>
            <a:ext cx="3520641" cy="3333496"/>
          </a:xfrm>
          <a:prstGeom prst="rect">
            <a:avLst/>
          </a:prstGeom>
          <a:noFill/>
        </p:spPr>
        <p:txBody>
          <a:bodyPr wrap="square" anchor="ctr">
            <a:spAutoFit/>
          </a:bodyPr>
          <a:lstStyle/>
          <a:p>
            <a:pPr algn="ctr">
              <a:buNone/>
            </a:pPr>
            <a:r>
              <a:rPr sz="3600" b="1" i="0">
                <a:solidFill>
                  <a:srgbClr val="1F2933"/>
                </a:solidFill>
                <a:latin typeface="Calibri"/>
                <a:ea typeface="Microsoft YaHei"/>
                <a:cs typeface="Microsoft YaHei"/>
              </a:rPr>
              <a:t>外</a:t>
            </a:r>
          </a:p>
          <a:p>
            <a:pPr algn="ctr">
              <a:spcBef>
                <a:spcPts val="600"/>
              </a:spcBef>
              <a:buNone/>
            </a:pPr>
            <a:r>
              <a:rPr sz="1500" b="0" i="1">
                <a:solidFill>
                  <a:srgbClr val="8E2B20"/>
                </a:solidFill>
                <a:latin typeface="Calibri"/>
                <a:ea typeface="Microsoft YaHei"/>
                <a:cs typeface="Microsoft YaHei"/>
              </a:rPr>
              <a:t>wài</a:t>
            </a:r>
          </a:p>
          <a:p>
            <a:pPr algn="ctr">
              <a:spcBef>
                <a:spcPts val="300"/>
              </a:spcBef>
              <a:buNone/>
            </a:pPr>
            <a:r>
              <a:rPr sz="1300" b="0" i="0">
                <a:solidFill>
                  <a:srgbClr val="1F2933"/>
                </a:solidFill>
                <a:latin typeface="Calibri"/>
                <a:ea typeface="Microsoft YaHei"/>
                <a:cs typeface="Microsoft YaHei"/>
              </a:rPr>
              <a:t>ngoài</a:t>
            </a:r>
          </a:p>
        </p:txBody>
      </p:sp>
      <p:pic>
        <p:nvPicPr>
          <p:cNvPr id="10" name="slide04.mp3">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1076127" y="320040"/>
            <a:ext cx="566928" cy="566928"/>
          </a:xfrm>
          <a:prstGeom prst="rect">
            <a:avLst/>
          </a:prstGeom>
          <a:ln>
            <a:noFill/>
          </a:ln>
        </p:spPr>
      </p:pic>
    </p:spTree>
  </p:cSld>
  <p:clrMapOvr>
    <a:masterClrMapping/>
  </p:clrMapOvr>
  <p:timing>
    <p:tnLst>
      <p:par>
        <p:cTn id="1" dur="indefinite" restart="never" nodeType="tmRoot">
          <p:childTnLst>
            <p:video>
              <p:cMediaNode vol="80000">
                <p:cTn id="2" fill="hold" display="0">
                  <p:stCondLst>
                    <p:cond delay="indefinite"/>
                  </p:stCondLst>
                </p:cTn>
                <p:tgtEl>
                  <p:spTgt spid="10"/>
                </p:tgtEl>
              </p:cMediaNode>
            </p:video>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37056"/>
          </a:xfrm>
          <a:prstGeom prst="rect">
            <a:avLst/>
          </a:prstGeom>
          <a:solidFill>
            <a:srgbClr val="8E2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46304"/>
            <a:ext cx="1639173" cy="384048"/>
          </a:xfrm>
          <a:prstGeom prst="roundRect">
            <a:avLst/>
          </a:prstGeom>
          <a:solidFill>
            <a:srgbClr val="5F160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25400" bIns="25400"/>
          <a:lstStyle/>
          <a:p>
            <a:pPr algn="ctr">
              <a:buNone/>
            </a:pPr>
            <a:r>
              <a:rPr sz="1600" b="1" i="0">
                <a:solidFill>
                  <a:srgbClr val="FFFFFF"/>
                </a:solidFill>
                <a:latin typeface="Calibri"/>
                <a:ea typeface="Microsoft YaHei"/>
                <a:cs typeface="Microsoft YaHei"/>
              </a:rPr>
              <a:t>生词 3-6/23</a:t>
            </a:r>
          </a:p>
        </p:txBody>
      </p:sp>
      <p:sp>
        <p:nvSpPr>
          <p:cNvPr id="5" name="TextBox 4"/>
          <p:cNvSpPr txBox="1"/>
          <p:nvPr/>
        </p:nvSpPr>
        <p:spPr>
          <a:xfrm>
            <a:off x="548640" y="566928"/>
            <a:ext cx="11094415" cy="642112"/>
          </a:xfrm>
          <a:prstGeom prst="rect">
            <a:avLst/>
          </a:prstGeom>
          <a:noFill/>
        </p:spPr>
        <p:txBody>
          <a:bodyPr wrap="square" anchor="ctr">
            <a:spAutoFit/>
          </a:bodyPr>
          <a:lstStyle/>
          <a:p>
            <a:pPr>
              <a:buNone/>
            </a:pPr>
            <a:r>
              <a:rPr sz="2700" b="1" i="0">
                <a:solidFill>
                  <a:srgbClr val="FFFFFF"/>
                </a:solidFill>
                <a:latin typeface="Calibri"/>
                <a:ea typeface="Microsoft YaHei"/>
                <a:cs typeface="Microsoft YaHei"/>
              </a:rPr>
              <a:t>只 · 小 · 猫 · 漂亮</a:t>
            </a:r>
          </a:p>
        </p:txBody>
      </p:sp>
      <p:pic>
        <p:nvPicPr>
          <p:cNvPr id="6" name="Picture 5" descr="mao_cutout.png"/>
          <p:cNvPicPr>
            <a:picLocks noChangeAspect="1"/>
          </p:cNvPicPr>
          <p:nvPr/>
        </p:nvPicPr>
        <p:blipFill>
          <a:blip r:embed="rId2"/>
          <a:stretch>
            <a:fillRect/>
          </a:stretch>
        </p:blipFill>
        <p:spPr>
          <a:xfrm>
            <a:off x="548641" y="2867775"/>
            <a:ext cx="3550210" cy="2368066"/>
          </a:xfrm>
          <a:prstGeom prst="rect">
            <a:avLst/>
          </a:prstGeom>
        </p:spPr>
      </p:pic>
      <p:sp>
        <p:nvSpPr>
          <p:cNvPr id="7" name="TextBox 6"/>
          <p:cNvSpPr txBox="1"/>
          <p:nvPr/>
        </p:nvSpPr>
        <p:spPr>
          <a:xfrm>
            <a:off x="4464612" y="1611376"/>
            <a:ext cx="7178443" cy="1273048"/>
          </a:xfrm>
          <a:prstGeom prst="rect">
            <a:avLst/>
          </a:prstGeom>
          <a:noFill/>
        </p:spPr>
        <p:txBody>
          <a:bodyPr wrap="square" anchor="t">
            <a:spAutoFit/>
          </a:bodyPr>
          <a:lstStyle/>
          <a:p>
            <a:pPr>
              <a:buNone/>
            </a:pPr>
            <a:r>
              <a:rPr sz="2800" b="1" i="0">
                <a:solidFill>
                  <a:srgbClr val="1F2933"/>
                </a:solidFill>
                <a:latin typeface="Calibri"/>
                <a:ea typeface="Microsoft YaHei"/>
                <a:cs typeface="Microsoft YaHei"/>
              </a:rPr>
              <a:t>这</a:t>
            </a:r>
            <a:r>
              <a:rPr sz="2800" b="1" i="0">
                <a:solidFill>
                  <a:srgbClr val="8E2B20"/>
                </a:solidFill>
                <a:latin typeface="Calibri"/>
                <a:ea typeface="Microsoft YaHei"/>
                <a:cs typeface="Microsoft YaHei"/>
              </a:rPr>
              <a:t>只</a:t>
            </a:r>
            <a:r>
              <a:rPr sz="2800" b="1" i="0">
                <a:solidFill>
                  <a:srgbClr val="8E2B20"/>
                </a:solidFill>
                <a:latin typeface="Calibri"/>
                <a:ea typeface="Microsoft YaHei"/>
                <a:cs typeface="Microsoft YaHei"/>
              </a:rPr>
              <a:t>小</a:t>
            </a:r>
            <a:r>
              <a:rPr sz="2800" b="1" i="0">
                <a:solidFill>
                  <a:srgbClr val="8E2B20"/>
                </a:solidFill>
                <a:latin typeface="Calibri"/>
                <a:ea typeface="Microsoft YaHei"/>
                <a:cs typeface="Microsoft YaHei"/>
              </a:rPr>
              <a:t>猫</a:t>
            </a:r>
            <a:r>
              <a:rPr sz="2800" b="1" i="0">
                <a:solidFill>
                  <a:srgbClr val="1F2933"/>
                </a:solidFill>
                <a:latin typeface="Calibri"/>
                <a:ea typeface="Microsoft YaHei"/>
                <a:cs typeface="Microsoft YaHei"/>
              </a:rPr>
              <a:t>真</a:t>
            </a:r>
            <a:r>
              <a:rPr sz="2800" b="1" i="0">
                <a:solidFill>
                  <a:srgbClr val="8E2B20"/>
                </a:solidFill>
                <a:latin typeface="Calibri"/>
                <a:ea typeface="Microsoft YaHei"/>
                <a:cs typeface="Microsoft YaHei"/>
              </a:rPr>
              <a:t>漂亮</a:t>
            </a:r>
            <a:r>
              <a:rPr sz="2800" b="1" i="0">
                <a:solidFill>
                  <a:srgbClr val="1F2933"/>
                </a:solidFill>
                <a:latin typeface="Calibri"/>
                <a:ea typeface="Microsoft YaHei"/>
                <a:cs typeface="Microsoft YaHei"/>
              </a:rPr>
              <a:t>！</a:t>
            </a:r>
          </a:p>
          <a:p>
            <a:pPr>
              <a:spcBef>
                <a:spcPts val="600"/>
              </a:spcBef>
              <a:buNone/>
            </a:pPr>
            <a:r>
              <a:rPr sz="1600" b="0" i="1">
                <a:solidFill>
                  <a:srgbClr val="8E2B20"/>
                </a:solidFill>
                <a:latin typeface="Calibri"/>
                <a:ea typeface="Microsoft YaHei"/>
                <a:cs typeface="Microsoft YaHei"/>
              </a:rPr>
              <a:t>Zhè zhī xiǎo māo zhēn piàoliang!</a:t>
            </a:r>
          </a:p>
          <a:p>
            <a:pPr>
              <a:spcBef>
                <a:spcPts val="400"/>
              </a:spcBef>
              <a:buNone/>
            </a:pPr>
            <a:r>
              <a:rPr sz="1400" b="0" i="0">
                <a:solidFill>
                  <a:srgbClr val="6B7683"/>
                </a:solidFill>
                <a:latin typeface="Calibri"/>
                <a:ea typeface="Microsoft YaHei"/>
                <a:cs typeface="Microsoft YaHei"/>
              </a:rPr>
              <a:t>Con mèo nhỏ này đẹp thật!</a:t>
            </a:r>
          </a:p>
        </p:txBody>
      </p:sp>
      <p:sp>
        <p:nvSpPr>
          <p:cNvPr id="8" name="TextBox 7"/>
          <p:cNvSpPr txBox="1"/>
          <p:nvPr/>
        </p:nvSpPr>
        <p:spPr>
          <a:xfrm>
            <a:off x="4464612" y="3158744"/>
            <a:ext cx="1691740" cy="3333496"/>
          </a:xfrm>
          <a:prstGeom prst="rect">
            <a:avLst/>
          </a:prstGeom>
          <a:noFill/>
        </p:spPr>
        <p:txBody>
          <a:bodyPr wrap="square" anchor="ctr">
            <a:spAutoFit/>
          </a:bodyPr>
          <a:lstStyle/>
          <a:p>
            <a:pPr algn="ctr">
              <a:buNone/>
            </a:pPr>
            <a:r>
              <a:rPr sz="3600" b="1" i="0">
                <a:solidFill>
                  <a:srgbClr val="1F2933"/>
                </a:solidFill>
                <a:latin typeface="Calibri"/>
                <a:ea typeface="Microsoft YaHei"/>
                <a:cs typeface="Microsoft YaHei"/>
              </a:rPr>
              <a:t>只</a:t>
            </a:r>
          </a:p>
          <a:p>
            <a:pPr algn="ctr">
              <a:spcBef>
                <a:spcPts val="600"/>
              </a:spcBef>
              <a:buNone/>
            </a:pPr>
            <a:r>
              <a:rPr sz="1500" b="0" i="1">
                <a:solidFill>
                  <a:srgbClr val="8E2B20"/>
                </a:solidFill>
                <a:latin typeface="Calibri"/>
                <a:ea typeface="Microsoft YaHei"/>
                <a:cs typeface="Microsoft YaHei"/>
              </a:rPr>
              <a:t>zhī</a:t>
            </a:r>
          </a:p>
          <a:p>
            <a:pPr algn="ctr">
              <a:spcBef>
                <a:spcPts val="300"/>
              </a:spcBef>
              <a:buNone/>
            </a:pPr>
            <a:r>
              <a:rPr sz="1300" b="0" i="0">
                <a:solidFill>
                  <a:srgbClr val="1F2933"/>
                </a:solidFill>
                <a:latin typeface="Calibri"/>
                <a:ea typeface="Microsoft YaHei"/>
                <a:cs typeface="Microsoft YaHei"/>
              </a:rPr>
              <a:t>lượng từ (con — cho động vật)</a:t>
            </a:r>
          </a:p>
        </p:txBody>
      </p:sp>
      <p:sp>
        <p:nvSpPr>
          <p:cNvPr id="9" name="TextBox 8"/>
          <p:cNvSpPr txBox="1"/>
          <p:nvPr/>
        </p:nvSpPr>
        <p:spPr>
          <a:xfrm>
            <a:off x="6293512" y="3158744"/>
            <a:ext cx="1691740" cy="3333496"/>
          </a:xfrm>
          <a:prstGeom prst="rect">
            <a:avLst/>
          </a:prstGeom>
          <a:noFill/>
        </p:spPr>
        <p:txBody>
          <a:bodyPr wrap="square" anchor="ctr">
            <a:spAutoFit/>
          </a:bodyPr>
          <a:lstStyle/>
          <a:p>
            <a:pPr algn="ctr">
              <a:buNone/>
            </a:pPr>
            <a:r>
              <a:rPr sz="3600" b="1" i="0">
                <a:solidFill>
                  <a:srgbClr val="1F2933"/>
                </a:solidFill>
                <a:latin typeface="Calibri"/>
                <a:ea typeface="Microsoft YaHei"/>
                <a:cs typeface="Microsoft YaHei"/>
              </a:rPr>
              <a:t>小</a:t>
            </a:r>
          </a:p>
          <a:p>
            <a:pPr algn="ctr">
              <a:spcBef>
                <a:spcPts val="600"/>
              </a:spcBef>
              <a:buNone/>
            </a:pPr>
            <a:r>
              <a:rPr sz="1500" b="0" i="1">
                <a:solidFill>
                  <a:srgbClr val="8E2B20"/>
                </a:solidFill>
                <a:latin typeface="Calibri"/>
                <a:ea typeface="Microsoft YaHei"/>
                <a:cs typeface="Microsoft YaHei"/>
              </a:rPr>
              <a:t>xiǎo</a:t>
            </a:r>
          </a:p>
          <a:p>
            <a:pPr algn="ctr">
              <a:spcBef>
                <a:spcPts val="300"/>
              </a:spcBef>
              <a:buNone/>
            </a:pPr>
            <a:r>
              <a:rPr sz="1300" b="0" i="0">
                <a:solidFill>
                  <a:srgbClr val="1F2933"/>
                </a:solidFill>
                <a:latin typeface="Calibri"/>
                <a:ea typeface="Microsoft YaHei"/>
                <a:cs typeface="Microsoft YaHei"/>
              </a:rPr>
              <a:t>nhỏ</a:t>
            </a:r>
          </a:p>
        </p:txBody>
      </p:sp>
      <p:sp>
        <p:nvSpPr>
          <p:cNvPr id="10" name="TextBox 9"/>
          <p:cNvSpPr txBox="1"/>
          <p:nvPr/>
        </p:nvSpPr>
        <p:spPr>
          <a:xfrm>
            <a:off x="8122412" y="3158744"/>
            <a:ext cx="1691740" cy="3333496"/>
          </a:xfrm>
          <a:prstGeom prst="rect">
            <a:avLst/>
          </a:prstGeom>
          <a:noFill/>
        </p:spPr>
        <p:txBody>
          <a:bodyPr wrap="square" anchor="ctr">
            <a:spAutoFit/>
          </a:bodyPr>
          <a:lstStyle/>
          <a:p>
            <a:pPr algn="ctr">
              <a:buNone/>
            </a:pPr>
            <a:r>
              <a:rPr sz="3600" b="1" i="0">
                <a:solidFill>
                  <a:srgbClr val="1F2933"/>
                </a:solidFill>
                <a:latin typeface="Calibri"/>
                <a:ea typeface="Microsoft YaHei"/>
                <a:cs typeface="Microsoft YaHei"/>
              </a:rPr>
              <a:t>猫</a:t>
            </a:r>
          </a:p>
          <a:p>
            <a:pPr algn="ctr">
              <a:spcBef>
                <a:spcPts val="600"/>
              </a:spcBef>
              <a:buNone/>
            </a:pPr>
            <a:r>
              <a:rPr sz="1500" b="0" i="1">
                <a:solidFill>
                  <a:srgbClr val="8E2B20"/>
                </a:solidFill>
                <a:latin typeface="Calibri"/>
                <a:ea typeface="Microsoft YaHei"/>
                <a:cs typeface="Microsoft YaHei"/>
              </a:rPr>
              <a:t>māo</a:t>
            </a:r>
          </a:p>
          <a:p>
            <a:pPr algn="ctr">
              <a:spcBef>
                <a:spcPts val="300"/>
              </a:spcBef>
              <a:buNone/>
            </a:pPr>
            <a:r>
              <a:rPr sz="1300" b="0" i="0">
                <a:solidFill>
                  <a:srgbClr val="1F2933"/>
                </a:solidFill>
                <a:latin typeface="Calibri"/>
                <a:ea typeface="Microsoft YaHei"/>
                <a:cs typeface="Microsoft YaHei"/>
              </a:rPr>
              <a:t>mèo</a:t>
            </a:r>
          </a:p>
        </p:txBody>
      </p:sp>
      <p:sp>
        <p:nvSpPr>
          <p:cNvPr id="11" name="TextBox 10"/>
          <p:cNvSpPr txBox="1"/>
          <p:nvPr/>
        </p:nvSpPr>
        <p:spPr>
          <a:xfrm>
            <a:off x="9951312" y="3158744"/>
            <a:ext cx="1691740" cy="3333496"/>
          </a:xfrm>
          <a:prstGeom prst="rect">
            <a:avLst/>
          </a:prstGeom>
          <a:noFill/>
        </p:spPr>
        <p:txBody>
          <a:bodyPr wrap="square" anchor="ctr">
            <a:spAutoFit/>
          </a:bodyPr>
          <a:lstStyle/>
          <a:p>
            <a:pPr algn="ctr">
              <a:buNone/>
            </a:pPr>
            <a:r>
              <a:rPr sz="3600" b="1" i="0">
                <a:solidFill>
                  <a:srgbClr val="1F2933"/>
                </a:solidFill>
                <a:latin typeface="Calibri"/>
                <a:ea typeface="Microsoft YaHei"/>
                <a:cs typeface="Microsoft YaHei"/>
              </a:rPr>
              <a:t>漂亮</a:t>
            </a:r>
          </a:p>
          <a:p>
            <a:pPr algn="ctr">
              <a:spcBef>
                <a:spcPts val="600"/>
              </a:spcBef>
              <a:buNone/>
            </a:pPr>
            <a:r>
              <a:rPr sz="1500" b="0" i="1">
                <a:solidFill>
                  <a:srgbClr val="8E2B20"/>
                </a:solidFill>
                <a:latin typeface="Calibri"/>
                <a:ea typeface="Microsoft YaHei"/>
                <a:cs typeface="Microsoft YaHei"/>
              </a:rPr>
              <a:t>piàoliang</a:t>
            </a:r>
          </a:p>
          <a:p>
            <a:pPr algn="ctr">
              <a:spcBef>
                <a:spcPts val="300"/>
              </a:spcBef>
              <a:buNone/>
            </a:pPr>
            <a:r>
              <a:rPr sz="1300" b="0" i="0">
                <a:solidFill>
                  <a:srgbClr val="1F2933"/>
                </a:solidFill>
                <a:latin typeface="Calibri"/>
                <a:ea typeface="Microsoft YaHei"/>
                <a:cs typeface="Microsoft YaHei"/>
              </a:rPr>
              <a:t>đẹp</a:t>
            </a:r>
          </a:p>
        </p:txBody>
      </p:sp>
      <p:pic>
        <p:nvPicPr>
          <p:cNvPr id="12" name="slide05.mp3">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1076127" y="320040"/>
            <a:ext cx="566928" cy="566928"/>
          </a:xfrm>
          <a:prstGeom prst="rect">
            <a:avLst/>
          </a:prstGeom>
          <a:ln>
            <a:noFill/>
          </a:ln>
        </p:spPr>
      </p:pic>
    </p:spTree>
  </p:cSld>
  <p:clrMapOvr>
    <a:masterClrMapping/>
  </p:clrMapOvr>
  <p:timing>
    <p:tnLst>
      <p:par>
        <p:cTn id="1" dur="indefinite" restart="never" nodeType="tmRoot">
          <p:childTnLst>
            <p:video>
              <p:cMediaNode vol="80000">
                <p:cTn id="2" fill="hold" display="0">
                  <p:stCondLst>
                    <p:cond delay="indefinite"/>
                  </p:stCondLst>
                </p:cTn>
                <p:tgtEl>
                  <p:spTgt spid="12"/>
                </p:tgtEl>
              </p:cMediaNode>
            </p:video>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37056"/>
          </a:xfrm>
          <a:prstGeom prst="rect">
            <a:avLst/>
          </a:prstGeom>
          <a:solidFill>
            <a:srgbClr val="8E2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46304"/>
            <a:ext cx="1639173" cy="384048"/>
          </a:xfrm>
          <a:prstGeom prst="roundRect">
            <a:avLst/>
          </a:prstGeom>
          <a:solidFill>
            <a:srgbClr val="5F160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25400" bIns="25400"/>
          <a:lstStyle/>
          <a:p>
            <a:pPr algn="ctr">
              <a:buNone/>
            </a:pPr>
            <a:r>
              <a:rPr sz="1600" b="1" i="0">
                <a:solidFill>
                  <a:srgbClr val="FFFFFF"/>
                </a:solidFill>
                <a:latin typeface="Calibri"/>
                <a:ea typeface="Microsoft YaHei"/>
                <a:cs typeface="Microsoft YaHei"/>
              </a:rPr>
              <a:t>生词 7-8/23</a:t>
            </a:r>
          </a:p>
        </p:txBody>
      </p:sp>
      <p:sp>
        <p:nvSpPr>
          <p:cNvPr id="5" name="TextBox 4"/>
          <p:cNvSpPr txBox="1"/>
          <p:nvPr/>
        </p:nvSpPr>
        <p:spPr>
          <a:xfrm>
            <a:off x="548640" y="566928"/>
            <a:ext cx="11094415" cy="642112"/>
          </a:xfrm>
          <a:prstGeom prst="rect">
            <a:avLst/>
          </a:prstGeom>
          <a:noFill/>
        </p:spPr>
        <p:txBody>
          <a:bodyPr wrap="square" anchor="ctr">
            <a:spAutoFit/>
          </a:bodyPr>
          <a:lstStyle/>
          <a:p>
            <a:pPr>
              <a:buNone/>
            </a:pPr>
            <a:r>
              <a:rPr sz="2700" b="1" i="0">
                <a:solidFill>
                  <a:srgbClr val="FFFFFF"/>
                </a:solidFill>
                <a:latin typeface="Calibri"/>
                <a:ea typeface="Microsoft YaHei"/>
                <a:cs typeface="Microsoft YaHei"/>
              </a:rPr>
              <a:t>没 · 看见</a:t>
            </a:r>
          </a:p>
        </p:txBody>
      </p:sp>
      <p:sp>
        <p:nvSpPr>
          <p:cNvPr id="6" name="TextBox 5"/>
          <p:cNvSpPr txBox="1"/>
          <p:nvPr/>
        </p:nvSpPr>
        <p:spPr>
          <a:xfrm>
            <a:off x="548640" y="1611376"/>
            <a:ext cx="11094415" cy="1273048"/>
          </a:xfrm>
          <a:prstGeom prst="rect">
            <a:avLst/>
          </a:prstGeom>
          <a:noFill/>
        </p:spPr>
        <p:txBody>
          <a:bodyPr wrap="square" anchor="t">
            <a:spAutoFit/>
          </a:bodyPr>
          <a:lstStyle/>
          <a:p>
            <a:pPr>
              <a:buNone/>
            </a:pPr>
            <a:r>
              <a:rPr sz="2800" b="1" i="0">
                <a:solidFill>
                  <a:srgbClr val="1F2933"/>
                </a:solidFill>
                <a:latin typeface="Calibri"/>
                <a:ea typeface="Microsoft YaHei"/>
                <a:cs typeface="Microsoft YaHei"/>
              </a:rPr>
              <a:t>我</a:t>
            </a:r>
            <a:r>
              <a:rPr sz="2800" b="1" i="0">
                <a:solidFill>
                  <a:srgbClr val="8E2B20"/>
                </a:solidFill>
                <a:latin typeface="Calibri"/>
                <a:ea typeface="Microsoft YaHei"/>
                <a:cs typeface="Microsoft YaHei"/>
              </a:rPr>
              <a:t>没</a:t>
            </a:r>
            <a:r>
              <a:rPr sz="2800" b="1" i="0">
                <a:solidFill>
                  <a:srgbClr val="8E2B20"/>
                </a:solidFill>
                <a:latin typeface="Calibri"/>
                <a:ea typeface="Microsoft YaHei"/>
                <a:cs typeface="Microsoft YaHei"/>
              </a:rPr>
              <a:t>看见</a:t>
            </a:r>
            <a:r>
              <a:rPr sz="2800" b="1" i="0">
                <a:solidFill>
                  <a:srgbClr val="1F2933"/>
                </a:solidFill>
                <a:latin typeface="Calibri"/>
                <a:ea typeface="Microsoft YaHei"/>
                <a:cs typeface="Microsoft YaHei"/>
              </a:rPr>
              <a:t>，它在哪儿呢？</a:t>
            </a:r>
          </a:p>
          <a:p>
            <a:pPr>
              <a:spcBef>
                <a:spcPts val="600"/>
              </a:spcBef>
              <a:buNone/>
            </a:pPr>
            <a:r>
              <a:rPr sz="1600" b="0" i="1">
                <a:solidFill>
                  <a:srgbClr val="8E2B20"/>
                </a:solidFill>
                <a:latin typeface="Calibri"/>
                <a:ea typeface="Microsoft YaHei"/>
                <a:cs typeface="Microsoft YaHei"/>
              </a:rPr>
              <a:t>Wǒ méi kànjiàn, tā zài nǎr ne?</a:t>
            </a:r>
          </a:p>
          <a:p>
            <a:pPr>
              <a:spcBef>
                <a:spcPts val="400"/>
              </a:spcBef>
              <a:buNone/>
            </a:pPr>
            <a:r>
              <a:rPr sz="1400" b="0" i="0">
                <a:solidFill>
                  <a:srgbClr val="6B7683"/>
                </a:solidFill>
                <a:latin typeface="Calibri"/>
                <a:ea typeface="Microsoft YaHei"/>
                <a:cs typeface="Microsoft YaHei"/>
              </a:rPr>
              <a:t>Tôi không thấy, nó ở đâu nhỉ?</a:t>
            </a:r>
          </a:p>
        </p:txBody>
      </p:sp>
      <p:sp>
        <p:nvSpPr>
          <p:cNvPr id="7" name="TextBox 6"/>
          <p:cNvSpPr txBox="1"/>
          <p:nvPr/>
        </p:nvSpPr>
        <p:spPr>
          <a:xfrm>
            <a:off x="548640" y="3158744"/>
            <a:ext cx="5455767" cy="3333496"/>
          </a:xfrm>
          <a:prstGeom prst="rect">
            <a:avLst/>
          </a:prstGeom>
          <a:noFill/>
        </p:spPr>
        <p:txBody>
          <a:bodyPr wrap="square" anchor="ctr">
            <a:spAutoFit/>
          </a:bodyPr>
          <a:lstStyle/>
          <a:p>
            <a:pPr algn="ctr">
              <a:buNone/>
            </a:pPr>
            <a:r>
              <a:rPr sz="4000" b="1" i="0">
                <a:solidFill>
                  <a:srgbClr val="1F2933"/>
                </a:solidFill>
                <a:latin typeface="Calibri"/>
                <a:ea typeface="Microsoft YaHei"/>
                <a:cs typeface="Microsoft YaHei"/>
              </a:rPr>
              <a:t>没</a:t>
            </a:r>
          </a:p>
          <a:p>
            <a:pPr algn="ctr">
              <a:spcBef>
                <a:spcPts val="600"/>
              </a:spcBef>
              <a:buNone/>
            </a:pPr>
            <a:r>
              <a:rPr sz="1500" b="0" i="1">
                <a:solidFill>
                  <a:srgbClr val="8E2B20"/>
                </a:solidFill>
                <a:latin typeface="Calibri"/>
                <a:ea typeface="Microsoft YaHei"/>
                <a:cs typeface="Microsoft YaHei"/>
              </a:rPr>
              <a:t>méi</a:t>
            </a:r>
          </a:p>
          <a:p>
            <a:pPr algn="ctr">
              <a:spcBef>
                <a:spcPts val="300"/>
              </a:spcBef>
              <a:buNone/>
            </a:pPr>
            <a:r>
              <a:rPr sz="1300" b="0" i="0">
                <a:solidFill>
                  <a:srgbClr val="1F2933"/>
                </a:solidFill>
                <a:latin typeface="Calibri"/>
                <a:ea typeface="Microsoft YaHei"/>
                <a:cs typeface="Microsoft YaHei"/>
              </a:rPr>
              <a:t>không, chưa</a:t>
            </a:r>
          </a:p>
        </p:txBody>
      </p:sp>
      <p:sp>
        <p:nvSpPr>
          <p:cNvPr id="8" name="TextBox 7"/>
          <p:cNvSpPr txBox="1"/>
          <p:nvPr/>
        </p:nvSpPr>
        <p:spPr>
          <a:xfrm>
            <a:off x="6187287" y="3158744"/>
            <a:ext cx="5455767" cy="3333496"/>
          </a:xfrm>
          <a:prstGeom prst="rect">
            <a:avLst/>
          </a:prstGeom>
          <a:noFill/>
        </p:spPr>
        <p:txBody>
          <a:bodyPr wrap="square" anchor="ctr">
            <a:spAutoFit/>
          </a:bodyPr>
          <a:lstStyle/>
          <a:p>
            <a:pPr algn="ctr">
              <a:buNone/>
            </a:pPr>
            <a:r>
              <a:rPr sz="4000" b="1" i="0">
                <a:solidFill>
                  <a:srgbClr val="1F2933"/>
                </a:solidFill>
                <a:latin typeface="Calibri"/>
                <a:ea typeface="Microsoft YaHei"/>
                <a:cs typeface="Microsoft YaHei"/>
              </a:rPr>
              <a:t>看见</a:t>
            </a:r>
          </a:p>
          <a:p>
            <a:pPr algn="ctr">
              <a:spcBef>
                <a:spcPts val="600"/>
              </a:spcBef>
              <a:buNone/>
            </a:pPr>
            <a:r>
              <a:rPr sz="1500" b="0" i="1">
                <a:solidFill>
                  <a:srgbClr val="8E2B20"/>
                </a:solidFill>
                <a:latin typeface="Calibri"/>
                <a:ea typeface="Microsoft YaHei"/>
                <a:cs typeface="Microsoft YaHei"/>
              </a:rPr>
              <a:t>kànjiàn</a:t>
            </a:r>
          </a:p>
          <a:p>
            <a:pPr algn="ctr">
              <a:spcBef>
                <a:spcPts val="300"/>
              </a:spcBef>
              <a:buNone/>
            </a:pPr>
            <a:r>
              <a:rPr sz="1300" b="0" i="0">
                <a:solidFill>
                  <a:srgbClr val="1F2933"/>
                </a:solidFill>
                <a:latin typeface="Calibri"/>
                <a:ea typeface="Microsoft YaHei"/>
                <a:cs typeface="Microsoft YaHei"/>
              </a:rPr>
              <a:t>nhìn thấy</a:t>
            </a:r>
          </a:p>
        </p:txBody>
      </p:sp>
      <p:pic>
        <p:nvPicPr>
          <p:cNvPr id="9" name="slide06.mp3">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11076127" y="320040"/>
            <a:ext cx="566928" cy="566928"/>
          </a:xfrm>
          <a:prstGeom prst="rect">
            <a:avLst/>
          </a:prstGeom>
          <a:ln>
            <a:noFill/>
          </a:ln>
        </p:spPr>
      </p:pic>
    </p:spTree>
  </p:cSld>
  <p:clrMapOvr>
    <a:masterClrMapping/>
  </p:clrMapOvr>
  <p:timing>
    <p:tnLst>
      <p:par>
        <p:cTn id="1" dur="indefinite" restart="never" nodeType="tmRoot">
          <p:childTnLst>
            <p:video>
              <p:cMediaNode vol="80000">
                <p:cTn id="2" fill="hold" display="0">
                  <p:stCondLst>
                    <p:cond delay="indefinite"/>
                  </p:stCondLst>
                </p:cTn>
                <p:tgtEl>
                  <p:spTgt spid="9"/>
                </p:tgtEl>
              </p:cMediaNode>
            </p:video>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37056"/>
          </a:xfrm>
          <a:prstGeom prst="rect">
            <a:avLst/>
          </a:prstGeom>
          <a:solidFill>
            <a:srgbClr val="8E2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46304"/>
            <a:ext cx="1757517" cy="384048"/>
          </a:xfrm>
          <a:prstGeom prst="roundRect">
            <a:avLst/>
          </a:prstGeom>
          <a:solidFill>
            <a:srgbClr val="5F160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25400" bIns="25400"/>
          <a:lstStyle/>
          <a:p>
            <a:pPr algn="ctr">
              <a:buNone/>
            </a:pPr>
            <a:r>
              <a:rPr sz="1600" b="1" i="0">
                <a:solidFill>
                  <a:srgbClr val="FFFFFF"/>
                </a:solidFill>
                <a:latin typeface="Calibri"/>
                <a:ea typeface="Microsoft YaHei"/>
                <a:cs typeface="Microsoft YaHei"/>
              </a:rPr>
              <a:t>生词 9-10/23</a:t>
            </a:r>
          </a:p>
        </p:txBody>
      </p:sp>
      <p:sp>
        <p:nvSpPr>
          <p:cNvPr id="5" name="TextBox 4"/>
          <p:cNvSpPr txBox="1"/>
          <p:nvPr/>
        </p:nvSpPr>
        <p:spPr>
          <a:xfrm>
            <a:off x="548640" y="566928"/>
            <a:ext cx="11094415" cy="642112"/>
          </a:xfrm>
          <a:prstGeom prst="rect">
            <a:avLst/>
          </a:prstGeom>
          <a:noFill/>
        </p:spPr>
        <p:txBody>
          <a:bodyPr wrap="square" anchor="ctr">
            <a:spAutoFit/>
          </a:bodyPr>
          <a:lstStyle/>
          <a:p>
            <a:pPr>
              <a:buNone/>
            </a:pPr>
            <a:r>
              <a:rPr sz="2700" b="1" i="0">
                <a:solidFill>
                  <a:srgbClr val="FFFFFF"/>
                </a:solidFill>
                <a:latin typeface="Calibri"/>
                <a:ea typeface="Microsoft YaHei"/>
                <a:cs typeface="Microsoft YaHei"/>
              </a:rPr>
              <a:t>桌子 · 下</a:t>
            </a:r>
          </a:p>
        </p:txBody>
      </p:sp>
      <p:pic>
        <p:nvPicPr>
          <p:cNvPr id="6" name="Picture 5" descr="zhuozi.jpg"/>
          <p:cNvPicPr>
            <a:picLocks noChangeAspect="1"/>
          </p:cNvPicPr>
          <p:nvPr/>
        </p:nvPicPr>
        <p:blipFill>
          <a:blip r:embed="rId2"/>
          <a:stretch>
            <a:fillRect/>
          </a:stretch>
        </p:blipFill>
        <p:spPr>
          <a:xfrm>
            <a:off x="548640" y="2863998"/>
            <a:ext cx="3550211" cy="2375620"/>
          </a:xfrm>
          <a:prstGeom prst="rect">
            <a:avLst/>
          </a:prstGeom>
        </p:spPr>
      </p:pic>
      <p:sp>
        <p:nvSpPr>
          <p:cNvPr id="7" name="TextBox 6"/>
          <p:cNvSpPr txBox="1"/>
          <p:nvPr/>
        </p:nvSpPr>
        <p:spPr>
          <a:xfrm>
            <a:off x="4464612" y="1611376"/>
            <a:ext cx="7178443" cy="1273048"/>
          </a:xfrm>
          <a:prstGeom prst="rect">
            <a:avLst/>
          </a:prstGeom>
          <a:noFill/>
        </p:spPr>
        <p:txBody>
          <a:bodyPr wrap="square" anchor="t">
            <a:spAutoFit/>
          </a:bodyPr>
          <a:lstStyle/>
          <a:p>
            <a:pPr>
              <a:buNone/>
            </a:pPr>
            <a:r>
              <a:rPr sz="2800" b="1" i="0">
                <a:solidFill>
                  <a:srgbClr val="1F2933"/>
                </a:solidFill>
                <a:latin typeface="Calibri"/>
                <a:ea typeface="Microsoft YaHei"/>
                <a:cs typeface="Microsoft YaHei"/>
              </a:rPr>
              <a:t>它在</a:t>
            </a:r>
            <a:r>
              <a:rPr sz="2800" b="1" i="0">
                <a:solidFill>
                  <a:srgbClr val="8E2B20"/>
                </a:solidFill>
                <a:latin typeface="Calibri"/>
                <a:ea typeface="Microsoft YaHei"/>
                <a:cs typeface="Microsoft YaHei"/>
              </a:rPr>
              <a:t>桌子</a:t>
            </a:r>
            <a:r>
              <a:rPr sz="2800" b="1" i="0">
                <a:solidFill>
                  <a:srgbClr val="8E2B20"/>
                </a:solidFill>
                <a:latin typeface="Calibri"/>
                <a:ea typeface="Microsoft YaHei"/>
                <a:cs typeface="Microsoft YaHei"/>
              </a:rPr>
              <a:t>下</a:t>
            </a:r>
            <a:r>
              <a:rPr sz="2800" b="1" i="0">
                <a:solidFill>
                  <a:srgbClr val="1F2933"/>
                </a:solidFill>
                <a:latin typeface="Calibri"/>
                <a:ea typeface="Microsoft YaHei"/>
                <a:cs typeface="Microsoft YaHei"/>
              </a:rPr>
              <a:t>呢。</a:t>
            </a:r>
          </a:p>
          <a:p>
            <a:pPr>
              <a:spcBef>
                <a:spcPts val="600"/>
              </a:spcBef>
              <a:buNone/>
            </a:pPr>
            <a:r>
              <a:rPr sz="1600" b="0" i="1">
                <a:solidFill>
                  <a:srgbClr val="8E2B20"/>
                </a:solidFill>
                <a:latin typeface="Calibri"/>
                <a:ea typeface="Microsoft YaHei"/>
                <a:cs typeface="Microsoft YaHei"/>
              </a:rPr>
              <a:t>Tā zài zhuōzi xià ne.</a:t>
            </a:r>
          </a:p>
          <a:p>
            <a:pPr>
              <a:spcBef>
                <a:spcPts val="400"/>
              </a:spcBef>
              <a:buNone/>
            </a:pPr>
            <a:r>
              <a:rPr sz="1400" b="0" i="0">
                <a:solidFill>
                  <a:srgbClr val="6B7683"/>
                </a:solidFill>
                <a:latin typeface="Calibri"/>
                <a:ea typeface="Microsoft YaHei"/>
                <a:cs typeface="Microsoft YaHei"/>
              </a:rPr>
              <a:t>Nó đang ở dưới bàn đấy.</a:t>
            </a:r>
          </a:p>
        </p:txBody>
      </p:sp>
      <p:sp>
        <p:nvSpPr>
          <p:cNvPr id="8" name="TextBox 7"/>
          <p:cNvSpPr txBox="1"/>
          <p:nvPr/>
        </p:nvSpPr>
        <p:spPr>
          <a:xfrm>
            <a:off x="4464612" y="3158744"/>
            <a:ext cx="3520641" cy="3333496"/>
          </a:xfrm>
          <a:prstGeom prst="rect">
            <a:avLst/>
          </a:prstGeom>
          <a:noFill/>
        </p:spPr>
        <p:txBody>
          <a:bodyPr wrap="square" anchor="ctr">
            <a:spAutoFit/>
          </a:bodyPr>
          <a:lstStyle/>
          <a:p>
            <a:pPr algn="ctr">
              <a:buNone/>
            </a:pPr>
            <a:r>
              <a:rPr sz="3600" b="1" i="0">
                <a:solidFill>
                  <a:srgbClr val="1F2933"/>
                </a:solidFill>
                <a:latin typeface="Calibri"/>
                <a:ea typeface="Microsoft YaHei"/>
                <a:cs typeface="Microsoft YaHei"/>
              </a:rPr>
              <a:t>桌子</a:t>
            </a:r>
          </a:p>
          <a:p>
            <a:pPr algn="ctr">
              <a:spcBef>
                <a:spcPts val="600"/>
              </a:spcBef>
              <a:buNone/>
            </a:pPr>
            <a:r>
              <a:rPr sz="1500" b="0" i="1">
                <a:solidFill>
                  <a:srgbClr val="8E2B20"/>
                </a:solidFill>
                <a:latin typeface="Calibri"/>
                <a:ea typeface="Microsoft YaHei"/>
                <a:cs typeface="Microsoft YaHei"/>
              </a:rPr>
              <a:t>zhuōzi</a:t>
            </a:r>
          </a:p>
          <a:p>
            <a:pPr algn="ctr">
              <a:spcBef>
                <a:spcPts val="300"/>
              </a:spcBef>
              <a:buNone/>
            </a:pPr>
            <a:r>
              <a:rPr sz="1300" b="0" i="0">
                <a:solidFill>
                  <a:srgbClr val="1F2933"/>
                </a:solidFill>
                <a:latin typeface="Calibri"/>
                <a:ea typeface="Microsoft YaHei"/>
                <a:cs typeface="Microsoft YaHei"/>
              </a:rPr>
              <a:t>cái bàn</a:t>
            </a:r>
          </a:p>
        </p:txBody>
      </p:sp>
      <p:sp>
        <p:nvSpPr>
          <p:cNvPr id="9" name="TextBox 8"/>
          <p:cNvSpPr txBox="1"/>
          <p:nvPr/>
        </p:nvSpPr>
        <p:spPr>
          <a:xfrm>
            <a:off x="8122413" y="3158744"/>
            <a:ext cx="3520641" cy="3333496"/>
          </a:xfrm>
          <a:prstGeom prst="rect">
            <a:avLst/>
          </a:prstGeom>
          <a:noFill/>
        </p:spPr>
        <p:txBody>
          <a:bodyPr wrap="square" anchor="ctr">
            <a:spAutoFit/>
          </a:bodyPr>
          <a:lstStyle/>
          <a:p>
            <a:pPr algn="ctr">
              <a:buNone/>
            </a:pPr>
            <a:r>
              <a:rPr sz="3600" b="1" i="0">
                <a:solidFill>
                  <a:srgbClr val="1F2933"/>
                </a:solidFill>
                <a:latin typeface="Calibri"/>
                <a:ea typeface="Microsoft YaHei"/>
                <a:cs typeface="Microsoft YaHei"/>
              </a:rPr>
              <a:t>下</a:t>
            </a:r>
          </a:p>
          <a:p>
            <a:pPr algn="ctr">
              <a:spcBef>
                <a:spcPts val="600"/>
              </a:spcBef>
              <a:buNone/>
            </a:pPr>
            <a:r>
              <a:rPr sz="1500" b="0" i="1">
                <a:solidFill>
                  <a:srgbClr val="8E2B20"/>
                </a:solidFill>
                <a:latin typeface="Calibri"/>
                <a:ea typeface="Microsoft YaHei"/>
                <a:cs typeface="Microsoft YaHei"/>
              </a:rPr>
              <a:t>xià</a:t>
            </a:r>
          </a:p>
          <a:p>
            <a:pPr algn="ctr">
              <a:spcBef>
                <a:spcPts val="300"/>
              </a:spcBef>
              <a:buNone/>
            </a:pPr>
            <a:r>
              <a:rPr sz="1300" b="0" i="0">
                <a:solidFill>
                  <a:srgbClr val="1F2933"/>
                </a:solidFill>
                <a:latin typeface="Calibri"/>
                <a:ea typeface="Microsoft YaHei"/>
                <a:cs typeface="Microsoft YaHei"/>
              </a:rPr>
              <a:t>dưới</a:t>
            </a:r>
          </a:p>
        </p:txBody>
      </p:sp>
      <p:pic>
        <p:nvPicPr>
          <p:cNvPr id="10" name="slide07.mp3">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1076127" y="320040"/>
            <a:ext cx="566928" cy="566928"/>
          </a:xfrm>
          <a:prstGeom prst="rect">
            <a:avLst/>
          </a:prstGeom>
          <a:ln>
            <a:noFill/>
          </a:ln>
        </p:spPr>
      </p:pic>
    </p:spTree>
  </p:cSld>
  <p:clrMapOvr>
    <a:masterClrMapping/>
  </p:clrMapOvr>
  <p:timing>
    <p:tnLst>
      <p:par>
        <p:cTn id="1" dur="indefinite" restart="never" nodeType="tmRoot">
          <p:childTnLst>
            <p:video>
              <p:cMediaNode vol="80000">
                <p:cTn id="2" fill="hold" display="0">
                  <p:stCondLst>
                    <p:cond delay="indefinite"/>
                  </p:stCondLst>
                </p:cTn>
                <p:tgtEl>
                  <p:spTgt spid="10"/>
                </p:tgtEl>
              </p:cMediaNode>
            </p:video>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37056"/>
          </a:xfrm>
          <a:prstGeom prst="rect">
            <a:avLst/>
          </a:prstGeom>
          <a:solidFill>
            <a:srgbClr val="8E2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46304"/>
            <a:ext cx="1875861" cy="384048"/>
          </a:xfrm>
          <a:prstGeom prst="roundRect">
            <a:avLst/>
          </a:prstGeom>
          <a:solidFill>
            <a:srgbClr val="5F160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25400" bIns="25400"/>
          <a:lstStyle/>
          <a:p>
            <a:pPr algn="ctr">
              <a:buNone/>
            </a:pPr>
            <a:r>
              <a:rPr sz="1600" b="1" i="0">
                <a:solidFill>
                  <a:srgbClr val="FFFFFF"/>
                </a:solidFill>
                <a:latin typeface="Calibri"/>
                <a:ea typeface="Microsoft YaHei"/>
                <a:cs typeface="Microsoft YaHei"/>
              </a:rPr>
              <a:t>生词 11-13/23</a:t>
            </a:r>
          </a:p>
        </p:txBody>
      </p:sp>
      <p:sp>
        <p:nvSpPr>
          <p:cNvPr id="5" name="TextBox 4"/>
          <p:cNvSpPr txBox="1"/>
          <p:nvPr/>
        </p:nvSpPr>
        <p:spPr>
          <a:xfrm>
            <a:off x="548640" y="566928"/>
            <a:ext cx="11094415" cy="642112"/>
          </a:xfrm>
          <a:prstGeom prst="rect">
            <a:avLst/>
          </a:prstGeom>
          <a:noFill/>
        </p:spPr>
        <p:txBody>
          <a:bodyPr wrap="square" anchor="ctr">
            <a:spAutoFit/>
          </a:bodyPr>
          <a:lstStyle/>
          <a:p>
            <a:pPr>
              <a:buNone/>
            </a:pPr>
            <a:r>
              <a:rPr sz="2700" b="1" i="0">
                <a:solidFill>
                  <a:srgbClr val="FFFFFF"/>
                </a:solidFill>
                <a:latin typeface="Calibri"/>
                <a:ea typeface="Microsoft YaHei"/>
                <a:cs typeface="Microsoft YaHei"/>
              </a:rPr>
              <a:t>在 · 学校 · 午饭</a:t>
            </a:r>
          </a:p>
        </p:txBody>
      </p:sp>
      <p:pic>
        <p:nvPicPr>
          <p:cNvPr id="6" name="Picture 5" descr="xuexiao.jpg"/>
          <p:cNvPicPr>
            <a:picLocks noChangeAspect="1"/>
          </p:cNvPicPr>
          <p:nvPr/>
        </p:nvPicPr>
        <p:blipFill>
          <a:blip r:embed="rId2"/>
          <a:stretch>
            <a:fillRect/>
          </a:stretch>
        </p:blipFill>
        <p:spPr>
          <a:xfrm>
            <a:off x="548641" y="2867775"/>
            <a:ext cx="3550210" cy="2368066"/>
          </a:xfrm>
          <a:prstGeom prst="rect">
            <a:avLst/>
          </a:prstGeom>
        </p:spPr>
      </p:pic>
      <p:sp>
        <p:nvSpPr>
          <p:cNvPr id="7" name="TextBox 6"/>
          <p:cNvSpPr txBox="1"/>
          <p:nvPr/>
        </p:nvSpPr>
        <p:spPr>
          <a:xfrm>
            <a:off x="4464612" y="1611376"/>
            <a:ext cx="7178443" cy="1273048"/>
          </a:xfrm>
          <a:prstGeom prst="rect">
            <a:avLst/>
          </a:prstGeom>
          <a:noFill/>
        </p:spPr>
        <p:txBody>
          <a:bodyPr wrap="square" anchor="t">
            <a:spAutoFit/>
          </a:bodyPr>
          <a:lstStyle/>
          <a:p>
            <a:pPr>
              <a:buNone/>
            </a:pPr>
            <a:r>
              <a:rPr sz="2800" b="1" i="0">
                <a:solidFill>
                  <a:srgbClr val="1F2933"/>
                </a:solidFill>
                <a:latin typeface="Calibri"/>
                <a:ea typeface="Microsoft YaHei"/>
                <a:cs typeface="Microsoft YaHei"/>
              </a:rPr>
              <a:t>我</a:t>
            </a:r>
            <a:r>
              <a:rPr sz="2800" b="1" i="0">
                <a:solidFill>
                  <a:srgbClr val="8E2B20"/>
                </a:solidFill>
                <a:latin typeface="Calibri"/>
                <a:ea typeface="Microsoft YaHei"/>
                <a:cs typeface="Microsoft YaHei"/>
              </a:rPr>
              <a:t>在</a:t>
            </a:r>
            <a:r>
              <a:rPr sz="2800" b="1" i="0">
                <a:solidFill>
                  <a:srgbClr val="8E2B20"/>
                </a:solidFill>
                <a:latin typeface="Calibri"/>
                <a:ea typeface="Microsoft YaHei"/>
                <a:cs typeface="Microsoft YaHei"/>
              </a:rPr>
              <a:t>学校</a:t>
            </a:r>
            <a:r>
              <a:rPr sz="2800" b="1" i="0">
                <a:solidFill>
                  <a:srgbClr val="1F2933"/>
                </a:solidFill>
                <a:latin typeface="Calibri"/>
                <a:ea typeface="Microsoft YaHei"/>
                <a:cs typeface="Microsoft YaHei"/>
              </a:rPr>
              <a:t>吃</a:t>
            </a:r>
            <a:r>
              <a:rPr sz="2800" b="1" i="0">
                <a:solidFill>
                  <a:srgbClr val="8E2B20"/>
                </a:solidFill>
                <a:latin typeface="Calibri"/>
                <a:ea typeface="Microsoft YaHei"/>
                <a:cs typeface="Microsoft YaHei"/>
              </a:rPr>
              <a:t>午饭</a:t>
            </a:r>
            <a:r>
              <a:rPr sz="2800" b="1" i="0">
                <a:solidFill>
                  <a:srgbClr val="1F2933"/>
                </a:solidFill>
                <a:latin typeface="Calibri"/>
                <a:ea typeface="Microsoft YaHei"/>
                <a:cs typeface="Microsoft YaHei"/>
              </a:rPr>
              <a:t>。</a:t>
            </a:r>
          </a:p>
          <a:p>
            <a:pPr>
              <a:spcBef>
                <a:spcPts val="600"/>
              </a:spcBef>
              <a:buNone/>
            </a:pPr>
            <a:r>
              <a:rPr sz="1600" b="0" i="1">
                <a:solidFill>
                  <a:srgbClr val="8E2B20"/>
                </a:solidFill>
                <a:latin typeface="Calibri"/>
                <a:ea typeface="Microsoft YaHei"/>
                <a:cs typeface="Microsoft YaHei"/>
              </a:rPr>
              <a:t>Wǒ zài xuéxiào chī wǔfàn.</a:t>
            </a:r>
          </a:p>
          <a:p>
            <a:pPr>
              <a:spcBef>
                <a:spcPts val="400"/>
              </a:spcBef>
              <a:buNone/>
            </a:pPr>
            <a:r>
              <a:rPr sz="1400" b="0" i="0">
                <a:solidFill>
                  <a:srgbClr val="6B7683"/>
                </a:solidFill>
                <a:latin typeface="Calibri"/>
                <a:ea typeface="Microsoft YaHei"/>
                <a:cs typeface="Microsoft YaHei"/>
              </a:rPr>
              <a:t>Tôi ăn cơm trưa ở trường.</a:t>
            </a:r>
          </a:p>
        </p:txBody>
      </p:sp>
      <p:sp>
        <p:nvSpPr>
          <p:cNvPr id="8" name="TextBox 7"/>
          <p:cNvSpPr txBox="1"/>
          <p:nvPr/>
        </p:nvSpPr>
        <p:spPr>
          <a:xfrm>
            <a:off x="4464612" y="3158744"/>
            <a:ext cx="2301374" cy="3333496"/>
          </a:xfrm>
          <a:prstGeom prst="rect">
            <a:avLst/>
          </a:prstGeom>
          <a:noFill/>
        </p:spPr>
        <p:txBody>
          <a:bodyPr wrap="square" anchor="ctr">
            <a:spAutoFit/>
          </a:bodyPr>
          <a:lstStyle/>
          <a:p>
            <a:pPr algn="ctr">
              <a:buNone/>
            </a:pPr>
            <a:r>
              <a:rPr sz="3600" b="1" i="0">
                <a:solidFill>
                  <a:srgbClr val="1F2933"/>
                </a:solidFill>
                <a:latin typeface="Calibri"/>
                <a:ea typeface="Microsoft YaHei"/>
                <a:cs typeface="Microsoft YaHei"/>
              </a:rPr>
              <a:t>在</a:t>
            </a:r>
          </a:p>
          <a:p>
            <a:pPr algn="ctr">
              <a:spcBef>
                <a:spcPts val="600"/>
              </a:spcBef>
              <a:buNone/>
            </a:pPr>
            <a:r>
              <a:rPr sz="1500" b="0" i="1">
                <a:solidFill>
                  <a:srgbClr val="8E2B20"/>
                </a:solidFill>
                <a:latin typeface="Calibri"/>
                <a:ea typeface="Microsoft YaHei"/>
                <a:cs typeface="Microsoft YaHei"/>
              </a:rPr>
              <a:t>zài</a:t>
            </a:r>
          </a:p>
          <a:p>
            <a:pPr algn="ctr">
              <a:spcBef>
                <a:spcPts val="300"/>
              </a:spcBef>
              <a:buNone/>
            </a:pPr>
            <a:r>
              <a:rPr sz="1300" b="0" i="0">
                <a:solidFill>
                  <a:srgbClr val="1F2933"/>
                </a:solidFill>
                <a:latin typeface="Calibri"/>
                <a:ea typeface="Microsoft YaHei"/>
                <a:cs typeface="Microsoft YaHei"/>
              </a:rPr>
              <a:t>ở, tại (giới từ)</a:t>
            </a:r>
          </a:p>
        </p:txBody>
      </p:sp>
      <p:sp>
        <p:nvSpPr>
          <p:cNvPr id="9" name="TextBox 8"/>
          <p:cNvSpPr txBox="1"/>
          <p:nvPr/>
        </p:nvSpPr>
        <p:spPr>
          <a:xfrm>
            <a:off x="6903146" y="3158744"/>
            <a:ext cx="2301374" cy="3333496"/>
          </a:xfrm>
          <a:prstGeom prst="rect">
            <a:avLst/>
          </a:prstGeom>
          <a:noFill/>
        </p:spPr>
        <p:txBody>
          <a:bodyPr wrap="square" anchor="ctr">
            <a:spAutoFit/>
          </a:bodyPr>
          <a:lstStyle/>
          <a:p>
            <a:pPr algn="ctr">
              <a:buNone/>
            </a:pPr>
            <a:r>
              <a:rPr sz="3600" b="1" i="0">
                <a:solidFill>
                  <a:srgbClr val="1F2933"/>
                </a:solidFill>
                <a:latin typeface="Calibri"/>
                <a:ea typeface="Microsoft YaHei"/>
                <a:cs typeface="Microsoft YaHei"/>
              </a:rPr>
              <a:t>学校</a:t>
            </a:r>
          </a:p>
          <a:p>
            <a:pPr algn="ctr">
              <a:spcBef>
                <a:spcPts val="600"/>
              </a:spcBef>
              <a:buNone/>
            </a:pPr>
            <a:r>
              <a:rPr sz="1500" b="0" i="1">
                <a:solidFill>
                  <a:srgbClr val="8E2B20"/>
                </a:solidFill>
                <a:latin typeface="Calibri"/>
                <a:ea typeface="Microsoft YaHei"/>
                <a:cs typeface="Microsoft YaHei"/>
              </a:rPr>
              <a:t>xuéxiào</a:t>
            </a:r>
          </a:p>
          <a:p>
            <a:pPr algn="ctr">
              <a:spcBef>
                <a:spcPts val="300"/>
              </a:spcBef>
              <a:buNone/>
            </a:pPr>
            <a:r>
              <a:rPr sz="1300" b="0" i="0">
                <a:solidFill>
                  <a:srgbClr val="1F2933"/>
                </a:solidFill>
                <a:latin typeface="Calibri"/>
                <a:ea typeface="Microsoft YaHei"/>
                <a:cs typeface="Microsoft YaHei"/>
              </a:rPr>
              <a:t>trường học</a:t>
            </a:r>
          </a:p>
        </p:txBody>
      </p:sp>
      <p:sp>
        <p:nvSpPr>
          <p:cNvPr id="10" name="TextBox 9"/>
          <p:cNvSpPr txBox="1"/>
          <p:nvPr/>
        </p:nvSpPr>
        <p:spPr>
          <a:xfrm>
            <a:off x="9341680" y="3158744"/>
            <a:ext cx="2301374" cy="3333496"/>
          </a:xfrm>
          <a:prstGeom prst="rect">
            <a:avLst/>
          </a:prstGeom>
          <a:noFill/>
        </p:spPr>
        <p:txBody>
          <a:bodyPr wrap="square" anchor="ctr">
            <a:spAutoFit/>
          </a:bodyPr>
          <a:lstStyle/>
          <a:p>
            <a:pPr algn="ctr">
              <a:buNone/>
            </a:pPr>
            <a:r>
              <a:rPr sz="3600" b="1" i="0">
                <a:solidFill>
                  <a:srgbClr val="1F2933"/>
                </a:solidFill>
                <a:latin typeface="Calibri"/>
                <a:ea typeface="Microsoft YaHei"/>
                <a:cs typeface="Microsoft YaHei"/>
              </a:rPr>
              <a:t>午饭</a:t>
            </a:r>
          </a:p>
          <a:p>
            <a:pPr algn="ctr">
              <a:spcBef>
                <a:spcPts val="600"/>
              </a:spcBef>
              <a:buNone/>
            </a:pPr>
            <a:r>
              <a:rPr sz="1500" b="0" i="1">
                <a:solidFill>
                  <a:srgbClr val="8E2B20"/>
                </a:solidFill>
                <a:latin typeface="Calibri"/>
                <a:ea typeface="Microsoft YaHei"/>
                <a:cs typeface="Microsoft YaHei"/>
              </a:rPr>
              <a:t>wǔfàn</a:t>
            </a:r>
          </a:p>
          <a:p>
            <a:pPr algn="ctr">
              <a:spcBef>
                <a:spcPts val="300"/>
              </a:spcBef>
              <a:buNone/>
            </a:pPr>
            <a:r>
              <a:rPr sz="1300" b="0" i="0">
                <a:solidFill>
                  <a:srgbClr val="1F2933"/>
                </a:solidFill>
                <a:latin typeface="Calibri"/>
                <a:ea typeface="Microsoft YaHei"/>
                <a:cs typeface="Microsoft YaHei"/>
              </a:rPr>
              <a:t>cơm trưa</a:t>
            </a:r>
          </a:p>
        </p:txBody>
      </p:sp>
      <p:pic>
        <p:nvPicPr>
          <p:cNvPr id="11" name="slide08.mp3">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1076127" y="320040"/>
            <a:ext cx="566928" cy="566928"/>
          </a:xfrm>
          <a:prstGeom prst="rect">
            <a:avLst/>
          </a:prstGeom>
          <a:ln>
            <a:noFill/>
          </a:ln>
        </p:spPr>
      </p:pic>
    </p:spTree>
  </p:cSld>
  <p:clrMapOvr>
    <a:masterClrMapping/>
  </p:clrMapOvr>
  <p:timing>
    <p:tnLst>
      <p:par>
        <p:cTn id="1" dur="indefinite" restart="never" nodeType="tmRoot">
          <p:childTnLst>
            <p:video>
              <p:cMediaNode vol="80000">
                <p:cTn id="2" fill="hold" display="0">
                  <p:stCondLst>
                    <p:cond delay="indefinite"/>
                  </p:stCondLst>
                </p:cTn>
                <p:tgtEl>
                  <p:spTgt spid="11"/>
                </p:tgtEl>
              </p:cMediaNode>
            </p:video>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37056"/>
          </a:xfrm>
          <a:prstGeom prst="rect">
            <a:avLst/>
          </a:prstGeom>
          <a:solidFill>
            <a:srgbClr val="8E2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46304"/>
            <a:ext cx="1875861" cy="384048"/>
          </a:xfrm>
          <a:prstGeom prst="roundRect">
            <a:avLst/>
          </a:prstGeom>
          <a:solidFill>
            <a:srgbClr val="5F160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25400" bIns="25400"/>
          <a:lstStyle/>
          <a:p>
            <a:pPr algn="ctr">
              <a:buNone/>
            </a:pPr>
            <a:r>
              <a:rPr sz="1600" b="1" i="0">
                <a:solidFill>
                  <a:srgbClr val="FFFFFF"/>
                </a:solidFill>
                <a:latin typeface="Calibri"/>
                <a:ea typeface="Microsoft YaHei"/>
                <a:cs typeface="Microsoft YaHei"/>
              </a:rPr>
              <a:t>生词 14-15/23</a:t>
            </a:r>
          </a:p>
        </p:txBody>
      </p:sp>
      <p:sp>
        <p:nvSpPr>
          <p:cNvPr id="5" name="TextBox 4"/>
          <p:cNvSpPr txBox="1"/>
          <p:nvPr/>
        </p:nvSpPr>
        <p:spPr>
          <a:xfrm>
            <a:off x="548640" y="566928"/>
            <a:ext cx="11094415" cy="642112"/>
          </a:xfrm>
          <a:prstGeom prst="rect">
            <a:avLst/>
          </a:prstGeom>
          <a:noFill/>
        </p:spPr>
        <p:txBody>
          <a:bodyPr wrap="square" anchor="ctr">
            <a:spAutoFit/>
          </a:bodyPr>
          <a:lstStyle/>
          <a:p>
            <a:pPr>
              <a:buNone/>
            </a:pPr>
            <a:r>
              <a:rPr sz="2700" b="1" i="0">
                <a:solidFill>
                  <a:srgbClr val="FFFFFF"/>
                </a:solidFill>
                <a:latin typeface="Calibri"/>
                <a:ea typeface="Microsoft YaHei"/>
                <a:cs typeface="Microsoft YaHei"/>
              </a:rPr>
              <a:t>书店 · 前</a:t>
            </a:r>
          </a:p>
        </p:txBody>
      </p:sp>
      <p:pic>
        <p:nvPicPr>
          <p:cNvPr id="6" name="Picture 5" descr="shudian_cutout.png"/>
          <p:cNvPicPr>
            <a:picLocks noChangeAspect="1"/>
          </p:cNvPicPr>
          <p:nvPr/>
        </p:nvPicPr>
        <p:blipFill>
          <a:blip r:embed="rId2"/>
          <a:stretch>
            <a:fillRect/>
          </a:stretch>
        </p:blipFill>
        <p:spPr>
          <a:xfrm>
            <a:off x="548641" y="2867775"/>
            <a:ext cx="3550210" cy="2368066"/>
          </a:xfrm>
          <a:prstGeom prst="rect">
            <a:avLst/>
          </a:prstGeom>
        </p:spPr>
      </p:pic>
      <p:sp>
        <p:nvSpPr>
          <p:cNvPr id="7" name="TextBox 6"/>
          <p:cNvSpPr txBox="1"/>
          <p:nvPr/>
        </p:nvSpPr>
        <p:spPr>
          <a:xfrm>
            <a:off x="4464612" y="1611376"/>
            <a:ext cx="7178443" cy="1273048"/>
          </a:xfrm>
          <a:prstGeom prst="rect">
            <a:avLst/>
          </a:prstGeom>
          <a:noFill/>
        </p:spPr>
        <p:txBody>
          <a:bodyPr wrap="square" anchor="t">
            <a:spAutoFit/>
          </a:bodyPr>
          <a:lstStyle/>
          <a:p>
            <a:pPr>
              <a:buNone/>
            </a:pPr>
            <a:r>
              <a:rPr sz="2800" b="1" i="0">
                <a:solidFill>
                  <a:srgbClr val="1F2933"/>
                </a:solidFill>
                <a:latin typeface="Calibri"/>
                <a:ea typeface="Microsoft YaHei"/>
                <a:cs typeface="Microsoft YaHei"/>
              </a:rPr>
              <a:t>在学校</a:t>
            </a:r>
            <a:r>
              <a:rPr sz="2800" b="1" i="0">
                <a:solidFill>
                  <a:srgbClr val="8E2B20"/>
                </a:solidFill>
                <a:latin typeface="Calibri"/>
                <a:ea typeface="Microsoft YaHei"/>
                <a:cs typeface="Microsoft YaHei"/>
              </a:rPr>
              <a:t>书店</a:t>
            </a:r>
            <a:r>
              <a:rPr sz="2800" b="1" i="0">
                <a:solidFill>
                  <a:srgbClr val="8E2B20"/>
                </a:solidFill>
                <a:latin typeface="Calibri"/>
                <a:ea typeface="Microsoft YaHei"/>
                <a:cs typeface="Microsoft YaHei"/>
              </a:rPr>
              <a:t>前</a:t>
            </a:r>
            <a:r>
              <a:rPr sz="2800" b="1" i="0">
                <a:solidFill>
                  <a:srgbClr val="1F2933"/>
                </a:solidFill>
                <a:latin typeface="Calibri"/>
                <a:ea typeface="Microsoft YaHei"/>
                <a:cs typeface="Microsoft YaHei"/>
              </a:rPr>
              <a:t>见吧。</a:t>
            </a:r>
          </a:p>
          <a:p>
            <a:pPr>
              <a:spcBef>
                <a:spcPts val="600"/>
              </a:spcBef>
              <a:buNone/>
            </a:pPr>
            <a:r>
              <a:rPr sz="1600" b="0" i="1">
                <a:solidFill>
                  <a:srgbClr val="8E2B20"/>
                </a:solidFill>
                <a:latin typeface="Calibri"/>
                <a:ea typeface="Microsoft YaHei"/>
                <a:cs typeface="Microsoft YaHei"/>
              </a:rPr>
              <a:t>Zài xuéxiào shūdiàn qián jiàn ba.</a:t>
            </a:r>
          </a:p>
          <a:p>
            <a:pPr>
              <a:spcBef>
                <a:spcPts val="400"/>
              </a:spcBef>
              <a:buNone/>
            </a:pPr>
            <a:r>
              <a:rPr sz="1400" b="0" i="0">
                <a:solidFill>
                  <a:srgbClr val="6B7683"/>
                </a:solidFill>
                <a:latin typeface="Calibri"/>
                <a:ea typeface="Microsoft YaHei"/>
                <a:cs typeface="Microsoft YaHei"/>
              </a:rPr>
              <a:t>Gặp nhau trước hiệu sách trường nhé.</a:t>
            </a:r>
          </a:p>
        </p:txBody>
      </p:sp>
      <p:sp>
        <p:nvSpPr>
          <p:cNvPr id="8" name="TextBox 7"/>
          <p:cNvSpPr txBox="1"/>
          <p:nvPr/>
        </p:nvSpPr>
        <p:spPr>
          <a:xfrm>
            <a:off x="4464612" y="3158744"/>
            <a:ext cx="3520641" cy="3333496"/>
          </a:xfrm>
          <a:prstGeom prst="rect">
            <a:avLst/>
          </a:prstGeom>
          <a:noFill/>
        </p:spPr>
        <p:txBody>
          <a:bodyPr wrap="square" anchor="ctr">
            <a:spAutoFit/>
          </a:bodyPr>
          <a:lstStyle/>
          <a:p>
            <a:pPr algn="ctr">
              <a:buNone/>
            </a:pPr>
            <a:r>
              <a:rPr sz="3600" b="1" i="0">
                <a:solidFill>
                  <a:srgbClr val="1F2933"/>
                </a:solidFill>
                <a:latin typeface="Calibri"/>
                <a:ea typeface="Microsoft YaHei"/>
                <a:cs typeface="Microsoft YaHei"/>
              </a:rPr>
              <a:t>书店</a:t>
            </a:r>
          </a:p>
          <a:p>
            <a:pPr algn="ctr">
              <a:spcBef>
                <a:spcPts val="600"/>
              </a:spcBef>
              <a:buNone/>
            </a:pPr>
            <a:r>
              <a:rPr sz="1500" b="0" i="1">
                <a:solidFill>
                  <a:srgbClr val="8E2B20"/>
                </a:solidFill>
                <a:latin typeface="Calibri"/>
                <a:ea typeface="Microsoft YaHei"/>
                <a:cs typeface="Microsoft YaHei"/>
              </a:rPr>
              <a:t>shūdiàn</a:t>
            </a:r>
          </a:p>
          <a:p>
            <a:pPr algn="ctr">
              <a:spcBef>
                <a:spcPts val="300"/>
              </a:spcBef>
              <a:buNone/>
            </a:pPr>
            <a:r>
              <a:rPr sz="1300" b="0" i="0">
                <a:solidFill>
                  <a:srgbClr val="1F2933"/>
                </a:solidFill>
                <a:latin typeface="Calibri"/>
                <a:ea typeface="Microsoft YaHei"/>
                <a:cs typeface="Microsoft YaHei"/>
              </a:rPr>
              <a:t>hiệu sách</a:t>
            </a:r>
          </a:p>
        </p:txBody>
      </p:sp>
      <p:sp>
        <p:nvSpPr>
          <p:cNvPr id="9" name="TextBox 8"/>
          <p:cNvSpPr txBox="1"/>
          <p:nvPr/>
        </p:nvSpPr>
        <p:spPr>
          <a:xfrm>
            <a:off x="8122413" y="3158744"/>
            <a:ext cx="3520641" cy="3333496"/>
          </a:xfrm>
          <a:prstGeom prst="rect">
            <a:avLst/>
          </a:prstGeom>
          <a:noFill/>
        </p:spPr>
        <p:txBody>
          <a:bodyPr wrap="square" anchor="ctr">
            <a:spAutoFit/>
          </a:bodyPr>
          <a:lstStyle/>
          <a:p>
            <a:pPr algn="ctr">
              <a:buNone/>
            </a:pPr>
            <a:r>
              <a:rPr sz="3600" b="1" i="0">
                <a:solidFill>
                  <a:srgbClr val="1F2933"/>
                </a:solidFill>
                <a:latin typeface="Calibri"/>
                <a:ea typeface="Microsoft YaHei"/>
                <a:cs typeface="Microsoft YaHei"/>
              </a:rPr>
              <a:t>前</a:t>
            </a:r>
          </a:p>
          <a:p>
            <a:pPr algn="ctr">
              <a:spcBef>
                <a:spcPts val="600"/>
              </a:spcBef>
              <a:buNone/>
            </a:pPr>
            <a:r>
              <a:rPr sz="1500" b="0" i="1">
                <a:solidFill>
                  <a:srgbClr val="8E2B20"/>
                </a:solidFill>
                <a:latin typeface="Calibri"/>
                <a:ea typeface="Microsoft YaHei"/>
                <a:cs typeface="Microsoft YaHei"/>
              </a:rPr>
              <a:t>qián</a:t>
            </a:r>
          </a:p>
          <a:p>
            <a:pPr algn="ctr">
              <a:spcBef>
                <a:spcPts val="300"/>
              </a:spcBef>
              <a:buNone/>
            </a:pPr>
            <a:r>
              <a:rPr sz="1300" b="0" i="0">
                <a:solidFill>
                  <a:srgbClr val="1F2933"/>
                </a:solidFill>
                <a:latin typeface="Calibri"/>
                <a:ea typeface="Microsoft YaHei"/>
                <a:cs typeface="Microsoft YaHei"/>
              </a:rPr>
              <a:t>trước</a:t>
            </a:r>
          </a:p>
        </p:txBody>
      </p:sp>
      <p:pic>
        <p:nvPicPr>
          <p:cNvPr id="10" name="slide09.mp3">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1076127" y="320040"/>
            <a:ext cx="566928" cy="566928"/>
          </a:xfrm>
          <a:prstGeom prst="rect">
            <a:avLst/>
          </a:prstGeom>
          <a:ln>
            <a:noFill/>
          </a:ln>
        </p:spPr>
      </p:pic>
    </p:spTree>
  </p:cSld>
  <p:clrMapOvr>
    <a:masterClrMapping/>
  </p:clrMapOvr>
  <p:timing>
    <p:tnLst>
      <p:par>
        <p:cTn id="1" dur="indefinite" restart="never" nodeType="tmRoot">
          <p:childTnLst>
            <p:video>
              <p:cMediaNode vol="80000">
                <p:cTn id="2" fill="hold" display="0">
                  <p:stCondLst>
                    <p:cond delay="indefinite"/>
                  </p:stCondLst>
                </p:cTn>
                <p:tgtEl>
                  <p:spTgt spid="10"/>
                </p:tgtEl>
              </p:cMediaNode>
            </p:video>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37056"/>
          </a:xfrm>
          <a:prstGeom prst="rect">
            <a:avLst/>
          </a:prstGeom>
          <a:solidFill>
            <a:srgbClr val="8E2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46304"/>
            <a:ext cx="1875861" cy="384048"/>
          </a:xfrm>
          <a:prstGeom prst="roundRect">
            <a:avLst/>
          </a:prstGeom>
          <a:solidFill>
            <a:srgbClr val="5F160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25400" bIns="25400"/>
          <a:lstStyle/>
          <a:p>
            <a:pPr algn="ctr">
              <a:buNone/>
            </a:pPr>
            <a:r>
              <a:rPr sz="1600" b="1" i="0">
                <a:solidFill>
                  <a:srgbClr val="FFFFFF"/>
                </a:solidFill>
                <a:latin typeface="Calibri"/>
                <a:ea typeface="Microsoft YaHei"/>
                <a:cs typeface="Microsoft YaHei"/>
              </a:rPr>
              <a:t>生词 16-17/23</a:t>
            </a:r>
          </a:p>
        </p:txBody>
      </p:sp>
      <p:sp>
        <p:nvSpPr>
          <p:cNvPr id="5" name="TextBox 4"/>
          <p:cNvSpPr txBox="1"/>
          <p:nvPr/>
        </p:nvSpPr>
        <p:spPr>
          <a:xfrm>
            <a:off x="548640" y="566928"/>
            <a:ext cx="11094415" cy="642112"/>
          </a:xfrm>
          <a:prstGeom prst="rect">
            <a:avLst/>
          </a:prstGeom>
          <a:noFill/>
        </p:spPr>
        <p:txBody>
          <a:bodyPr wrap="square" anchor="ctr">
            <a:spAutoFit/>
          </a:bodyPr>
          <a:lstStyle/>
          <a:p>
            <a:pPr>
              <a:buNone/>
            </a:pPr>
            <a:r>
              <a:rPr sz="2700" b="1" i="0">
                <a:solidFill>
                  <a:srgbClr val="FFFFFF"/>
                </a:solidFill>
                <a:latin typeface="Calibri"/>
                <a:ea typeface="Microsoft YaHei"/>
                <a:cs typeface="Microsoft YaHei"/>
              </a:rPr>
              <a:t>能 · 到</a:t>
            </a:r>
          </a:p>
        </p:txBody>
      </p:sp>
      <p:sp>
        <p:nvSpPr>
          <p:cNvPr id="6" name="TextBox 5"/>
          <p:cNvSpPr txBox="1"/>
          <p:nvPr/>
        </p:nvSpPr>
        <p:spPr>
          <a:xfrm>
            <a:off x="548640" y="1611376"/>
            <a:ext cx="11094415" cy="1273048"/>
          </a:xfrm>
          <a:prstGeom prst="rect">
            <a:avLst/>
          </a:prstGeom>
          <a:noFill/>
        </p:spPr>
        <p:txBody>
          <a:bodyPr wrap="square" anchor="t">
            <a:spAutoFit/>
          </a:bodyPr>
          <a:lstStyle/>
          <a:p>
            <a:pPr>
              <a:buNone/>
            </a:pPr>
            <a:r>
              <a:rPr sz="2800" b="1" i="0">
                <a:solidFill>
                  <a:srgbClr val="1F2933"/>
                </a:solidFill>
                <a:latin typeface="Calibri"/>
                <a:ea typeface="Microsoft YaHei"/>
                <a:cs typeface="Microsoft YaHei"/>
              </a:rPr>
              <a:t>你</a:t>
            </a:r>
            <a:r>
              <a:rPr sz="2800" b="1" i="0">
                <a:solidFill>
                  <a:srgbClr val="8E2B20"/>
                </a:solidFill>
                <a:latin typeface="Calibri"/>
                <a:ea typeface="Microsoft YaHei"/>
                <a:cs typeface="Microsoft YaHei"/>
              </a:rPr>
              <a:t>能</a:t>
            </a:r>
            <a:r>
              <a:rPr sz="2800" b="1" i="0">
                <a:solidFill>
                  <a:srgbClr val="8E2B20"/>
                </a:solidFill>
                <a:latin typeface="Calibri"/>
                <a:ea typeface="Microsoft YaHei"/>
                <a:cs typeface="Microsoft YaHei"/>
              </a:rPr>
              <a:t>到</a:t>
            </a:r>
            <a:r>
              <a:rPr sz="2800" b="1" i="0">
                <a:solidFill>
                  <a:srgbClr val="1F2933"/>
                </a:solidFill>
                <a:latin typeface="Calibri"/>
                <a:ea typeface="Microsoft YaHei"/>
                <a:cs typeface="Microsoft YaHei"/>
              </a:rPr>
              <a:t>学校吗？</a:t>
            </a:r>
          </a:p>
          <a:p>
            <a:pPr>
              <a:spcBef>
                <a:spcPts val="600"/>
              </a:spcBef>
              <a:buNone/>
            </a:pPr>
            <a:r>
              <a:rPr sz="1600" b="0" i="1">
                <a:solidFill>
                  <a:srgbClr val="8E2B20"/>
                </a:solidFill>
                <a:latin typeface="Calibri"/>
                <a:ea typeface="Microsoft YaHei"/>
                <a:cs typeface="Microsoft YaHei"/>
              </a:rPr>
              <a:t>Nǐ néng dào xuéxiào ma?</a:t>
            </a:r>
          </a:p>
          <a:p>
            <a:pPr>
              <a:spcBef>
                <a:spcPts val="400"/>
              </a:spcBef>
              <a:buNone/>
            </a:pPr>
            <a:r>
              <a:rPr sz="1400" b="0" i="0">
                <a:solidFill>
                  <a:srgbClr val="6B7683"/>
                </a:solidFill>
                <a:latin typeface="Calibri"/>
                <a:ea typeface="Microsoft YaHei"/>
                <a:cs typeface="Microsoft YaHei"/>
              </a:rPr>
              <a:t>Bạn đến trường được không?</a:t>
            </a:r>
          </a:p>
        </p:txBody>
      </p:sp>
      <p:sp>
        <p:nvSpPr>
          <p:cNvPr id="7" name="TextBox 6"/>
          <p:cNvSpPr txBox="1"/>
          <p:nvPr/>
        </p:nvSpPr>
        <p:spPr>
          <a:xfrm>
            <a:off x="548640" y="3158744"/>
            <a:ext cx="5455767" cy="3333496"/>
          </a:xfrm>
          <a:prstGeom prst="rect">
            <a:avLst/>
          </a:prstGeom>
          <a:noFill/>
        </p:spPr>
        <p:txBody>
          <a:bodyPr wrap="square" anchor="ctr">
            <a:spAutoFit/>
          </a:bodyPr>
          <a:lstStyle/>
          <a:p>
            <a:pPr algn="ctr">
              <a:buNone/>
            </a:pPr>
            <a:r>
              <a:rPr sz="4000" b="1" i="0">
                <a:solidFill>
                  <a:srgbClr val="1F2933"/>
                </a:solidFill>
                <a:latin typeface="Calibri"/>
                <a:ea typeface="Microsoft YaHei"/>
                <a:cs typeface="Microsoft YaHei"/>
              </a:rPr>
              <a:t>能</a:t>
            </a:r>
          </a:p>
          <a:p>
            <a:pPr algn="ctr">
              <a:spcBef>
                <a:spcPts val="600"/>
              </a:spcBef>
              <a:buNone/>
            </a:pPr>
            <a:r>
              <a:rPr sz="1500" b="0" i="1">
                <a:solidFill>
                  <a:srgbClr val="8E2B20"/>
                </a:solidFill>
                <a:latin typeface="Calibri"/>
                <a:ea typeface="Microsoft YaHei"/>
                <a:cs typeface="Microsoft YaHei"/>
              </a:rPr>
              <a:t>néng</a:t>
            </a:r>
          </a:p>
          <a:p>
            <a:pPr algn="ctr">
              <a:spcBef>
                <a:spcPts val="300"/>
              </a:spcBef>
              <a:buNone/>
            </a:pPr>
            <a:r>
              <a:rPr sz="1300" b="0" i="0">
                <a:solidFill>
                  <a:srgbClr val="1F2933"/>
                </a:solidFill>
                <a:latin typeface="Calibri"/>
                <a:ea typeface="Microsoft YaHei"/>
                <a:cs typeface="Microsoft YaHei"/>
              </a:rPr>
              <a:t>có thể (khả năng/điều kiện)</a:t>
            </a:r>
          </a:p>
        </p:txBody>
      </p:sp>
      <p:sp>
        <p:nvSpPr>
          <p:cNvPr id="8" name="TextBox 7"/>
          <p:cNvSpPr txBox="1"/>
          <p:nvPr/>
        </p:nvSpPr>
        <p:spPr>
          <a:xfrm>
            <a:off x="6187287" y="3158744"/>
            <a:ext cx="5455767" cy="3333496"/>
          </a:xfrm>
          <a:prstGeom prst="rect">
            <a:avLst/>
          </a:prstGeom>
          <a:noFill/>
        </p:spPr>
        <p:txBody>
          <a:bodyPr wrap="square" anchor="ctr">
            <a:spAutoFit/>
          </a:bodyPr>
          <a:lstStyle/>
          <a:p>
            <a:pPr algn="ctr">
              <a:buNone/>
            </a:pPr>
            <a:r>
              <a:rPr sz="4000" b="1" i="0">
                <a:solidFill>
                  <a:srgbClr val="1F2933"/>
                </a:solidFill>
                <a:latin typeface="Calibri"/>
                <a:ea typeface="Microsoft YaHei"/>
                <a:cs typeface="Microsoft YaHei"/>
              </a:rPr>
              <a:t>到</a:t>
            </a:r>
          </a:p>
          <a:p>
            <a:pPr algn="ctr">
              <a:spcBef>
                <a:spcPts val="600"/>
              </a:spcBef>
              <a:buNone/>
            </a:pPr>
            <a:r>
              <a:rPr sz="1500" b="0" i="1">
                <a:solidFill>
                  <a:srgbClr val="8E2B20"/>
                </a:solidFill>
                <a:latin typeface="Calibri"/>
                <a:ea typeface="Microsoft YaHei"/>
                <a:cs typeface="Microsoft YaHei"/>
              </a:rPr>
              <a:t>dào</a:t>
            </a:r>
          </a:p>
          <a:p>
            <a:pPr algn="ctr">
              <a:spcBef>
                <a:spcPts val="300"/>
              </a:spcBef>
              <a:buNone/>
            </a:pPr>
            <a:r>
              <a:rPr sz="1300" b="0" i="0">
                <a:solidFill>
                  <a:srgbClr val="1F2933"/>
                </a:solidFill>
                <a:latin typeface="Calibri"/>
                <a:ea typeface="Microsoft YaHei"/>
                <a:cs typeface="Microsoft YaHei"/>
              </a:rPr>
              <a:t>đến, tới</a:t>
            </a:r>
          </a:p>
        </p:txBody>
      </p:sp>
      <p:pic>
        <p:nvPicPr>
          <p:cNvPr id="9" name="slide10.mp3">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11076127" y="320040"/>
            <a:ext cx="566928" cy="566928"/>
          </a:xfrm>
          <a:prstGeom prst="rect">
            <a:avLst/>
          </a:prstGeom>
          <a:ln>
            <a:noFill/>
          </a:ln>
        </p:spPr>
      </p:pic>
    </p:spTree>
  </p:cSld>
  <p:clrMapOvr>
    <a:masterClrMapping/>
  </p:clrMapOvr>
  <p:timing>
    <p:tnLst>
      <p:par>
        <p:cTn id="1" dur="indefinite" restart="never" nodeType="tmRoot">
          <p:childTnLst>
            <p:video>
              <p:cMediaNode vol="80000">
                <p:cTn id="2" fill="hold" display="0">
                  <p:stCondLst>
                    <p:cond delay="indefinite"/>
                  </p:stCondLst>
                </p:cTn>
                <p:tgtEl>
                  <p:spTgt spid="9"/>
                </p:tgtEl>
              </p:cMediaNode>
            </p:video>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37056"/>
          </a:xfrm>
          <a:prstGeom prst="rect">
            <a:avLst/>
          </a:prstGeom>
          <a:solidFill>
            <a:srgbClr val="8E2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46304"/>
            <a:ext cx="1520830" cy="384048"/>
          </a:xfrm>
          <a:prstGeom prst="roundRect">
            <a:avLst/>
          </a:prstGeom>
          <a:solidFill>
            <a:srgbClr val="5F160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25400" bIns="25400"/>
          <a:lstStyle/>
          <a:p>
            <a:pPr algn="ctr">
              <a:buNone/>
            </a:pPr>
            <a:r>
              <a:rPr sz="1600" b="1" i="0">
                <a:solidFill>
                  <a:srgbClr val="FFFFFF"/>
                </a:solidFill>
                <a:latin typeface="Calibri"/>
                <a:ea typeface="Microsoft YaHei"/>
                <a:cs typeface="Microsoft YaHei"/>
              </a:rPr>
              <a:t>生词 18/23</a:t>
            </a:r>
          </a:p>
        </p:txBody>
      </p:sp>
      <p:sp>
        <p:nvSpPr>
          <p:cNvPr id="5" name="TextBox 4"/>
          <p:cNvSpPr txBox="1"/>
          <p:nvPr/>
        </p:nvSpPr>
        <p:spPr>
          <a:xfrm>
            <a:off x="548640" y="566928"/>
            <a:ext cx="11094415" cy="642112"/>
          </a:xfrm>
          <a:prstGeom prst="rect">
            <a:avLst/>
          </a:prstGeom>
          <a:noFill/>
        </p:spPr>
        <p:txBody>
          <a:bodyPr wrap="square" anchor="ctr">
            <a:spAutoFit/>
          </a:bodyPr>
          <a:lstStyle/>
          <a:p>
            <a:pPr>
              <a:buNone/>
            </a:pPr>
            <a:r>
              <a:rPr sz="2700" b="1" i="0">
                <a:solidFill>
                  <a:srgbClr val="FFFFFF"/>
                </a:solidFill>
                <a:latin typeface="Calibri"/>
                <a:ea typeface="Microsoft YaHei"/>
                <a:cs typeface="Microsoft YaHei"/>
              </a:rPr>
              <a:t>饭</a:t>
            </a:r>
          </a:p>
        </p:txBody>
      </p:sp>
      <p:pic>
        <p:nvPicPr>
          <p:cNvPr id="6" name="Picture 5" descr="wufan.jpg"/>
          <p:cNvPicPr>
            <a:picLocks noChangeAspect="1"/>
          </p:cNvPicPr>
          <p:nvPr/>
        </p:nvPicPr>
        <p:blipFill>
          <a:blip r:embed="rId2"/>
          <a:stretch>
            <a:fillRect/>
          </a:stretch>
        </p:blipFill>
        <p:spPr>
          <a:xfrm>
            <a:off x="548641" y="2867775"/>
            <a:ext cx="3550210" cy="2368066"/>
          </a:xfrm>
          <a:prstGeom prst="rect">
            <a:avLst/>
          </a:prstGeom>
        </p:spPr>
      </p:pic>
      <p:sp>
        <p:nvSpPr>
          <p:cNvPr id="7" name="TextBox 6"/>
          <p:cNvSpPr txBox="1"/>
          <p:nvPr/>
        </p:nvSpPr>
        <p:spPr>
          <a:xfrm>
            <a:off x="4464612" y="1611376"/>
            <a:ext cx="7178443" cy="1273048"/>
          </a:xfrm>
          <a:prstGeom prst="rect">
            <a:avLst/>
          </a:prstGeom>
          <a:noFill/>
        </p:spPr>
        <p:txBody>
          <a:bodyPr wrap="square" anchor="t">
            <a:spAutoFit/>
          </a:bodyPr>
          <a:lstStyle/>
          <a:p>
            <a:pPr>
              <a:buNone/>
            </a:pPr>
            <a:r>
              <a:rPr sz="2800" b="1" i="0">
                <a:solidFill>
                  <a:srgbClr val="1F2933"/>
                </a:solidFill>
                <a:latin typeface="Calibri"/>
                <a:ea typeface="Microsoft YaHei"/>
                <a:cs typeface="Microsoft YaHei"/>
              </a:rPr>
              <a:t>小胡，还没吃</a:t>
            </a:r>
            <a:r>
              <a:rPr sz="2800" b="1" i="0">
                <a:solidFill>
                  <a:srgbClr val="8E2B20"/>
                </a:solidFill>
                <a:latin typeface="Calibri"/>
                <a:ea typeface="Microsoft YaHei"/>
                <a:cs typeface="Microsoft YaHei"/>
              </a:rPr>
              <a:t>饭</a:t>
            </a:r>
            <a:r>
              <a:rPr sz="2800" b="1" i="0">
                <a:solidFill>
                  <a:srgbClr val="1F2933"/>
                </a:solidFill>
                <a:latin typeface="Calibri"/>
                <a:ea typeface="Microsoft YaHei"/>
                <a:cs typeface="Microsoft YaHei"/>
              </a:rPr>
              <a:t>呢？</a:t>
            </a:r>
          </a:p>
          <a:p>
            <a:pPr>
              <a:spcBef>
                <a:spcPts val="600"/>
              </a:spcBef>
              <a:buNone/>
            </a:pPr>
            <a:r>
              <a:rPr sz="1600" b="0" i="1">
                <a:solidFill>
                  <a:srgbClr val="8E2B20"/>
                </a:solidFill>
                <a:latin typeface="Calibri"/>
                <a:ea typeface="Microsoft YaHei"/>
                <a:cs typeface="Microsoft YaHei"/>
              </a:rPr>
              <a:t>Xiǎo Hú, hái méi chīfàn ne?</a:t>
            </a:r>
          </a:p>
          <a:p>
            <a:pPr>
              <a:spcBef>
                <a:spcPts val="400"/>
              </a:spcBef>
              <a:buNone/>
            </a:pPr>
            <a:r>
              <a:rPr sz="1400" b="0" i="0">
                <a:solidFill>
                  <a:srgbClr val="6B7683"/>
                </a:solidFill>
                <a:latin typeface="Calibri"/>
                <a:ea typeface="Microsoft YaHei"/>
                <a:cs typeface="Microsoft YaHei"/>
              </a:rPr>
              <a:t>Tiểu Hồ, vẫn chưa ăn cơm à?</a:t>
            </a:r>
          </a:p>
        </p:txBody>
      </p:sp>
      <p:sp>
        <p:nvSpPr>
          <p:cNvPr id="8" name="TextBox 7"/>
          <p:cNvSpPr txBox="1"/>
          <p:nvPr/>
        </p:nvSpPr>
        <p:spPr>
          <a:xfrm>
            <a:off x="4464612" y="3158744"/>
            <a:ext cx="7178443" cy="3333496"/>
          </a:xfrm>
          <a:prstGeom prst="rect">
            <a:avLst/>
          </a:prstGeom>
          <a:noFill/>
        </p:spPr>
        <p:txBody>
          <a:bodyPr wrap="square" anchor="ctr">
            <a:spAutoFit/>
          </a:bodyPr>
          <a:lstStyle/>
          <a:p>
            <a:pPr algn="ctr">
              <a:buNone/>
            </a:pPr>
            <a:r>
              <a:rPr sz="3600" b="1" i="0">
                <a:solidFill>
                  <a:srgbClr val="1F2933"/>
                </a:solidFill>
                <a:latin typeface="Calibri"/>
                <a:ea typeface="Microsoft YaHei"/>
                <a:cs typeface="Microsoft YaHei"/>
              </a:rPr>
              <a:t>饭</a:t>
            </a:r>
          </a:p>
          <a:p>
            <a:pPr algn="ctr">
              <a:spcBef>
                <a:spcPts val="600"/>
              </a:spcBef>
              <a:buNone/>
            </a:pPr>
            <a:r>
              <a:rPr sz="1500" b="0" i="1">
                <a:solidFill>
                  <a:srgbClr val="8E2B20"/>
                </a:solidFill>
                <a:latin typeface="Calibri"/>
                <a:ea typeface="Microsoft YaHei"/>
                <a:cs typeface="Microsoft YaHei"/>
              </a:rPr>
              <a:t>fàn</a:t>
            </a:r>
          </a:p>
          <a:p>
            <a:pPr algn="ctr">
              <a:spcBef>
                <a:spcPts val="300"/>
              </a:spcBef>
              <a:buNone/>
            </a:pPr>
            <a:r>
              <a:rPr sz="1300" b="0" i="0">
                <a:solidFill>
                  <a:srgbClr val="1F2933"/>
                </a:solidFill>
                <a:latin typeface="Calibri"/>
                <a:ea typeface="Microsoft YaHei"/>
                <a:cs typeface="Microsoft YaHei"/>
              </a:rPr>
              <a:t>cơm, bữa ăn</a:t>
            </a:r>
          </a:p>
        </p:txBody>
      </p:sp>
      <p:pic>
        <p:nvPicPr>
          <p:cNvPr id="9" name="slide11.mp3">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1076127" y="320040"/>
            <a:ext cx="566928" cy="566928"/>
          </a:xfrm>
          <a:prstGeom prst="rect">
            <a:avLst/>
          </a:prstGeom>
          <a:ln>
            <a:noFill/>
          </a:ln>
        </p:spPr>
      </p:pic>
    </p:spTree>
  </p:cSld>
  <p:clrMapOvr>
    <a:masterClrMapping/>
  </p:clrMapOvr>
  <p:timing>
    <p:tnLst>
      <p:par>
        <p:cTn id="1" dur="indefinite" restart="never" nodeType="tmRoot">
          <p:childTnLst>
            <p:video>
              <p:cMediaNode vol="80000">
                <p:cTn id="2" fill="hold" display="0">
                  <p:stCondLst>
                    <p:cond delay="indefinite"/>
                  </p:stCondLst>
                </p:cTn>
                <p:tgtEl>
                  <p:spTgt spid="9"/>
                </p:tgtEl>
              </p:cMediaNode>
            </p:video>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37056"/>
          </a:xfrm>
          <a:prstGeom prst="rect">
            <a:avLst/>
          </a:prstGeom>
          <a:solidFill>
            <a:srgbClr val="8E2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46304"/>
            <a:ext cx="1875861" cy="384048"/>
          </a:xfrm>
          <a:prstGeom prst="roundRect">
            <a:avLst/>
          </a:prstGeom>
          <a:solidFill>
            <a:srgbClr val="5F160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25400" bIns="25400"/>
          <a:lstStyle/>
          <a:p>
            <a:pPr algn="ctr">
              <a:buNone/>
            </a:pPr>
            <a:r>
              <a:rPr sz="1600" b="1" i="0">
                <a:solidFill>
                  <a:srgbClr val="FFFFFF"/>
                </a:solidFill>
                <a:latin typeface="Calibri"/>
                <a:ea typeface="Microsoft YaHei"/>
                <a:cs typeface="Microsoft YaHei"/>
              </a:rPr>
              <a:t>生词 19-22/23</a:t>
            </a:r>
          </a:p>
        </p:txBody>
      </p:sp>
      <p:sp>
        <p:nvSpPr>
          <p:cNvPr id="5" name="TextBox 4"/>
          <p:cNvSpPr txBox="1"/>
          <p:nvPr/>
        </p:nvSpPr>
        <p:spPr>
          <a:xfrm>
            <a:off x="548640" y="566928"/>
            <a:ext cx="11094415" cy="642112"/>
          </a:xfrm>
          <a:prstGeom prst="rect">
            <a:avLst/>
          </a:prstGeom>
          <a:noFill/>
        </p:spPr>
        <p:txBody>
          <a:bodyPr wrap="square" anchor="ctr">
            <a:spAutoFit/>
          </a:bodyPr>
          <a:lstStyle/>
          <a:p>
            <a:pPr>
              <a:buNone/>
            </a:pPr>
            <a:r>
              <a:rPr sz="2700" b="1" i="0">
                <a:solidFill>
                  <a:srgbClr val="FFFFFF"/>
                </a:solidFill>
                <a:latin typeface="Calibri"/>
                <a:ea typeface="Microsoft YaHei"/>
                <a:cs typeface="Microsoft YaHei"/>
              </a:rPr>
              <a:t>大 · 病人 · 多 · 医生</a:t>
            </a:r>
          </a:p>
        </p:txBody>
      </p:sp>
      <p:pic>
        <p:nvPicPr>
          <p:cNvPr id="6" name="Picture 5" descr="bingren_cutout.png"/>
          <p:cNvPicPr>
            <a:picLocks noChangeAspect="1"/>
          </p:cNvPicPr>
          <p:nvPr/>
        </p:nvPicPr>
        <p:blipFill>
          <a:blip r:embed="rId2"/>
          <a:stretch>
            <a:fillRect/>
          </a:stretch>
        </p:blipFill>
        <p:spPr>
          <a:xfrm>
            <a:off x="548641" y="2867775"/>
            <a:ext cx="3550210" cy="2368066"/>
          </a:xfrm>
          <a:prstGeom prst="rect">
            <a:avLst/>
          </a:prstGeom>
        </p:spPr>
      </p:pic>
      <p:sp>
        <p:nvSpPr>
          <p:cNvPr id="7" name="TextBox 6"/>
          <p:cNvSpPr txBox="1"/>
          <p:nvPr/>
        </p:nvSpPr>
        <p:spPr>
          <a:xfrm>
            <a:off x="4464612" y="1611376"/>
            <a:ext cx="7178443" cy="1273048"/>
          </a:xfrm>
          <a:prstGeom prst="rect">
            <a:avLst/>
          </a:prstGeom>
          <a:noFill/>
        </p:spPr>
        <p:txBody>
          <a:bodyPr wrap="square" anchor="t">
            <a:spAutoFit/>
          </a:bodyPr>
          <a:lstStyle/>
          <a:p>
            <a:pPr>
              <a:buNone/>
            </a:pPr>
            <a:r>
              <a:rPr sz="2800" b="1" i="0">
                <a:solidFill>
                  <a:srgbClr val="8E2B20"/>
                </a:solidFill>
                <a:latin typeface="Calibri"/>
                <a:ea typeface="Microsoft YaHei"/>
                <a:cs typeface="Microsoft YaHei"/>
              </a:rPr>
              <a:t>大</a:t>
            </a:r>
            <a:r>
              <a:rPr sz="2800" b="1" i="0">
                <a:solidFill>
                  <a:srgbClr val="1F2933"/>
                </a:solidFill>
                <a:latin typeface="Calibri"/>
                <a:ea typeface="Microsoft YaHei"/>
                <a:cs typeface="Microsoft YaHei"/>
              </a:rPr>
              <a:t>医院</a:t>
            </a:r>
            <a:r>
              <a:rPr sz="2800" b="1" i="0">
                <a:solidFill>
                  <a:srgbClr val="8E2B20"/>
                </a:solidFill>
                <a:latin typeface="Calibri"/>
                <a:ea typeface="Microsoft YaHei"/>
                <a:cs typeface="Microsoft YaHei"/>
              </a:rPr>
              <a:t>病人</a:t>
            </a:r>
            <a:r>
              <a:rPr sz="2800" b="1" i="0">
                <a:solidFill>
                  <a:srgbClr val="8E2B20"/>
                </a:solidFill>
                <a:latin typeface="Calibri"/>
                <a:ea typeface="Microsoft YaHei"/>
                <a:cs typeface="Microsoft YaHei"/>
              </a:rPr>
              <a:t>多</a:t>
            </a:r>
            <a:r>
              <a:rPr sz="2800" b="1" i="0">
                <a:solidFill>
                  <a:srgbClr val="1F2933"/>
                </a:solidFill>
                <a:latin typeface="Calibri"/>
                <a:ea typeface="Microsoft YaHei"/>
                <a:cs typeface="Microsoft YaHei"/>
              </a:rPr>
              <a:t>，</a:t>
            </a:r>
            <a:r>
              <a:rPr sz="2800" b="1" i="0">
                <a:solidFill>
                  <a:srgbClr val="8E2B20"/>
                </a:solidFill>
                <a:latin typeface="Calibri"/>
                <a:ea typeface="Microsoft YaHei"/>
                <a:cs typeface="Microsoft YaHei"/>
              </a:rPr>
              <a:t>医生</a:t>
            </a:r>
            <a:r>
              <a:rPr sz="2800" b="1" i="0">
                <a:solidFill>
                  <a:srgbClr val="1F2933"/>
                </a:solidFill>
                <a:latin typeface="Calibri"/>
                <a:ea typeface="Microsoft YaHei"/>
                <a:cs typeface="Microsoft YaHei"/>
              </a:rPr>
              <a:t>非常忙。</a:t>
            </a:r>
          </a:p>
          <a:p>
            <a:pPr>
              <a:spcBef>
                <a:spcPts val="600"/>
              </a:spcBef>
              <a:buNone/>
            </a:pPr>
            <a:r>
              <a:rPr sz="1600" b="0" i="1">
                <a:solidFill>
                  <a:srgbClr val="8E2B20"/>
                </a:solidFill>
                <a:latin typeface="Calibri"/>
                <a:ea typeface="Microsoft YaHei"/>
                <a:cs typeface="Microsoft YaHei"/>
              </a:rPr>
              <a:t>Dà yīyuàn bìngrén duō, yīshēng fēicháng máng.</a:t>
            </a:r>
          </a:p>
          <a:p>
            <a:pPr>
              <a:spcBef>
                <a:spcPts val="400"/>
              </a:spcBef>
              <a:buNone/>
            </a:pPr>
            <a:r>
              <a:rPr sz="1400" b="0" i="0">
                <a:solidFill>
                  <a:srgbClr val="6B7683"/>
                </a:solidFill>
                <a:latin typeface="Calibri"/>
                <a:ea typeface="Microsoft YaHei"/>
                <a:cs typeface="Microsoft YaHei"/>
              </a:rPr>
              <a:t>Bệnh viện lớn nhiều bệnh nhân, bác sĩ rất bận.</a:t>
            </a:r>
          </a:p>
        </p:txBody>
      </p:sp>
      <p:sp>
        <p:nvSpPr>
          <p:cNvPr id="8" name="TextBox 7"/>
          <p:cNvSpPr txBox="1"/>
          <p:nvPr/>
        </p:nvSpPr>
        <p:spPr>
          <a:xfrm>
            <a:off x="4464612" y="3158744"/>
            <a:ext cx="1691740" cy="3333496"/>
          </a:xfrm>
          <a:prstGeom prst="rect">
            <a:avLst/>
          </a:prstGeom>
          <a:noFill/>
        </p:spPr>
        <p:txBody>
          <a:bodyPr wrap="square" anchor="ctr">
            <a:spAutoFit/>
          </a:bodyPr>
          <a:lstStyle/>
          <a:p>
            <a:pPr algn="ctr">
              <a:buNone/>
            </a:pPr>
            <a:r>
              <a:rPr sz="3600" b="1" i="0">
                <a:solidFill>
                  <a:srgbClr val="1F2933"/>
                </a:solidFill>
                <a:latin typeface="Calibri"/>
                <a:ea typeface="Microsoft YaHei"/>
                <a:cs typeface="Microsoft YaHei"/>
              </a:rPr>
              <a:t>大</a:t>
            </a:r>
          </a:p>
          <a:p>
            <a:pPr algn="ctr">
              <a:spcBef>
                <a:spcPts val="600"/>
              </a:spcBef>
              <a:buNone/>
            </a:pPr>
            <a:r>
              <a:rPr sz="1500" b="0" i="1">
                <a:solidFill>
                  <a:srgbClr val="8E2B20"/>
                </a:solidFill>
                <a:latin typeface="Calibri"/>
                <a:ea typeface="Microsoft YaHei"/>
                <a:cs typeface="Microsoft YaHei"/>
              </a:rPr>
              <a:t>dà</a:t>
            </a:r>
          </a:p>
          <a:p>
            <a:pPr algn="ctr">
              <a:spcBef>
                <a:spcPts val="300"/>
              </a:spcBef>
              <a:buNone/>
            </a:pPr>
            <a:r>
              <a:rPr sz="1300" b="0" i="0">
                <a:solidFill>
                  <a:srgbClr val="1F2933"/>
                </a:solidFill>
                <a:latin typeface="Calibri"/>
                <a:ea typeface="Microsoft YaHei"/>
                <a:cs typeface="Microsoft YaHei"/>
              </a:rPr>
              <a:t>to, lớn</a:t>
            </a:r>
          </a:p>
        </p:txBody>
      </p:sp>
      <p:sp>
        <p:nvSpPr>
          <p:cNvPr id="9" name="TextBox 8"/>
          <p:cNvSpPr txBox="1"/>
          <p:nvPr/>
        </p:nvSpPr>
        <p:spPr>
          <a:xfrm>
            <a:off x="6293512" y="3158744"/>
            <a:ext cx="1691740" cy="3333496"/>
          </a:xfrm>
          <a:prstGeom prst="rect">
            <a:avLst/>
          </a:prstGeom>
          <a:noFill/>
        </p:spPr>
        <p:txBody>
          <a:bodyPr wrap="square" anchor="ctr">
            <a:spAutoFit/>
          </a:bodyPr>
          <a:lstStyle/>
          <a:p>
            <a:pPr algn="ctr">
              <a:buNone/>
            </a:pPr>
            <a:r>
              <a:rPr sz="3600" b="1" i="0">
                <a:solidFill>
                  <a:srgbClr val="1F2933"/>
                </a:solidFill>
                <a:latin typeface="Calibri"/>
                <a:ea typeface="Microsoft YaHei"/>
                <a:cs typeface="Microsoft YaHei"/>
              </a:rPr>
              <a:t>病人</a:t>
            </a:r>
          </a:p>
          <a:p>
            <a:pPr algn="ctr">
              <a:spcBef>
                <a:spcPts val="600"/>
              </a:spcBef>
              <a:buNone/>
            </a:pPr>
            <a:r>
              <a:rPr sz="1500" b="0" i="1">
                <a:solidFill>
                  <a:srgbClr val="8E2B20"/>
                </a:solidFill>
                <a:latin typeface="Calibri"/>
                <a:ea typeface="Microsoft YaHei"/>
                <a:cs typeface="Microsoft YaHei"/>
              </a:rPr>
              <a:t>bìngrén</a:t>
            </a:r>
          </a:p>
          <a:p>
            <a:pPr algn="ctr">
              <a:spcBef>
                <a:spcPts val="300"/>
              </a:spcBef>
              <a:buNone/>
            </a:pPr>
            <a:r>
              <a:rPr sz="1300" b="0" i="0">
                <a:solidFill>
                  <a:srgbClr val="1F2933"/>
                </a:solidFill>
                <a:latin typeface="Calibri"/>
                <a:ea typeface="Microsoft YaHei"/>
                <a:cs typeface="Microsoft YaHei"/>
              </a:rPr>
              <a:t>bệnh nhân</a:t>
            </a:r>
          </a:p>
        </p:txBody>
      </p:sp>
      <p:sp>
        <p:nvSpPr>
          <p:cNvPr id="10" name="TextBox 9"/>
          <p:cNvSpPr txBox="1"/>
          <p:nvPr/>
        </p:nvSpPr>
        <p:spPr>
          <a:xfrm>
            <a:off x="8122412" y="3158744"/>
            <a:ext cx="1691740" cy="3333496"/>
          </a:xfrm>
          <a:prstGeom prst="rect">
            <a:avLst/>
          </a:prstGeom>
          <a:noFill/>
        </p:spPr>
        <p:txBody>
          <a:bodyPr wrap="square" anchor="ctr">
            <a:spAutoFit/>
          </a:bodyPr>
          <a:lstStyle/>
          <a:p>
            <a:pPr algn="ctr">
              <a:buNone/>
            </a:pPr>
            <a:r>
              <a:rPr sz="3600" b="1" i="0">
                <a:solidFill>
                  <a:srgbClr val="1F2933"/>
                </a:solidFill>
                <a:latin typeface="Calibri"/>
                <a:ea typeface="Microsoft YaHei"/>
                <a:cs typeface="Microsoft YaHei"/>
              </a:rPr>
              <a:t>多</a:t>
            </a:r>
          </a:p>
          <a:p>
            <a:pPr algn="ctr">
              <a:spcBef>
                <a:spcPts val="600"/>
              </a:spcBef>
              <a:buNone/>
            </a:pPr>
            <a:r>
              <a:rPr sz="1500" b="0" i="1">
                <a:solidFill>
                  <a:srgbClr val="8E2B20"/>
                </a:solidFill>
                <a:latin typeface="Calibri"/>
                <a:ea typeface="Microsoft YaHei"/>
                <a:cs typeface="Microsoft YaHei"/>
              </a:rPr>
              <a:t>duō</a:t>
            </a:r>
          </a:p>
          <a:p>
            <a:pPr algn="ctr">
              <a:spcBef>
                <a:spcPts val="300"/>
              </a:spcBef>
              <a:buNone/>
            </a:pPr>
            <a:r>
              <a:rPr sz="1300" b="0" i="0">
                <a:solidFill>
                  <a:srgbClr val="1F2933"/>
                </a:solidFill>
                <a:latin typeface="Calibri"/>
                <a:ea typeface="Microsoft YaHei"/>
                <a:cs typeface="Microsoft YaHei"/>
              </a:rPr>
              <a:t>nhiều</a:t>
            </a:r>
          </a:p>
        </p:txBody>
      </p:sp>
      <p:sp>
        <p:nvSpPr>
          <p:cNvPr id="11" name="TextBox 10"/>
          <p:cNvSpPr txBox="1"/>
          <p:nvPr/>
        </p:nvSpPr>
        <p:spPr>
          <a:xfrm>
            <a:off x="9951312" y="3158744"/>
            <a:ext cx="1691740" cy="3333496"/>
          </a:xfrm>
          <a:prstGeom prst="rect">
            <a:avLst/>
          </a:prstGeom>
          <a:noFill/>
        </p:spPr>
        <p:txBody>
          <a:bodyPr wrap="square" anchor="ctr">
            <a:spAutoFit/>
          </a:bodyPr>
          <a:lstStyle/>
          <a:p>
            <a:pPr algn="ctr">
              <a:buNone/>
            </a:pPr>
            <a:r>
              <a:rPr sz="3600" b="1" i="0">
                <a:solidFill>
                  <a:srgbClr val="1F2933"/>
                </a:solidFill>
                <a:latin typeface="Calibri"/>
                <a:ea typeface="Microsoft YaHei"/>
                <a:cs typeface="Microsoft YaHei"/>
              </a:rPr>
              <a:t>医生</a:t>
            </a:r>
          </a:p>
          <a:p>
            <a:pPr algn="ctr">
              <a:spcBef>
                <a:spcPts val="600"/>
              </a:spcBef>
              <a:buNone/>
            </a:pPr>
            <a:r>
              <a:rPr sz="1500" b="0" i="1">
                <a:solidFill>
                  <a:srgbClr val="8E2B20"/>
                </a:solidFill>
                <a:latin typeface="Calibri"/>
                <a:ea typeface="Microsoft YaHei"/>
                <a:cs typeface="Microsoft YaHei"/>
              </a:rPr>
              <a:t>yīshēng</a:t>
            </a:r>
          </a:p>
          <a:p>
            <a:pPr algn="ctr">
              <a:spcBef>
                <a:spcPts val="300"/>
              </a:spcBef>
              <a:buNone/>
            </a:pPr>
            <a:r>
              <a:rPr sz="1300" b="0" i="0">
                <a:solidFill>
                  <a:srgbClr val="1F2933"/>
                </a:solidFill>
                <a:latin typeface="Calibri"/>
                <a:ea typeface="Microsoft YaHei"/>
                <a:cs typeface="Microsoft YaHei"/>
              </a:rPr>
              <a:t>bác sĩ</a:t>
            </a:r>
          </a:p>
        </p:txBody>
      </p:sp>
      <p:pic>
        <p:nvPicPr>
          <p:cNvPr id="12" name="slide12.mp3">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1076127" y="320040"/>
            <a:ext cx="566928" cy="566928"/>
          </a:xfrm>
          <a:prstGeom prst="rect">
            <a:avLst/>
          </a:prstGeom>
          <a:ln>
            <a:noFill/>
          </a:ln>
        </p:spPr>
      </p:pic>
    </p:spTree>
  </p:cSld>
  <p:clrMapOvr>
    <a:masterClrMapping/>
  </p:clrMapOvr>
  <p:timing>
    <p:tnLst>
      <p:par>
        <p:cTn id="1" dur="indefinite" restart="never" nodeType="tmRoot">
          <p:childTnLst>
            <p:video>
              <p:cMediaNode vol="80000">
                <p:cTn id="2" fill="hold" display="0">
                  <p:stCondLst>
                    <p:cond delay="indefinite"/>
                  </p:stCondLst>
                </p:cTn>
                <p:tgtEl>
                  <p:spTgt spid="12"/>
                </p:tgtEl>
              </p:cMediaNode>
            </p:video>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37056"/>
          </a:xfrm>
          <a:prstGeom prst="rect">
            <a:avLst/>
          </a:prstGeom>
          <a:solidFill>
            <a:srgbClr val="8E2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46304"/>
            <a:ext cx="1520830" cy="384048"/>
          </a:xfrm>
          <a:prstGeom prst="roundRect">
            <a:avLst/>
          </a:prstGeom>
          <a:solidFill>
            <a:srgbClr val="5F160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25400" bIns="25400"/>
          <a:lstStyle/>
          <a:p>
            <a:pPr algn="ctr">
              <a:buNone/>
            </a:pPr>
            <a:r>
              <a:rPr sz="1600" b="1" i="0">
                <a:solidFill>
                  <a:srgbClr val="FFFFFF"/>
                </a:solidFill>
                <a:latin typeface="Calibri"/>
                <a:ea typeface="Microsoft YaHei"/>
                <a:cs typeface="Microsoft YaHei"/>
              </a:rPr>
              <a:t>生词 23/23</a:t>
            </a:r>
          </a:p>
        </p:txBody>
      </p:sp>
      <p:sp>
        <p:nvSpPr>
          <p:cNvPr id="5" name="TextBox 4"/>
          <p:cNvSpPr txBox="1"/>
          <p:nvPr/>
        </p:nvSpPr>
        <p:spPr>
          <a:xfrm>
            <a:off x="548640" y="566928"/>
            <a:ext cx="11094415" cy="642112"/>
          </a:xfrm>
          <a:prstGeom prst="rect">
            <a:avLst/>
          </a:prstGeom>
          <a:noFill/>
        </p:spPr>
        <p:txBody>
          <a:bodyPr wrap="square" anchor="ctr">
            <a:spAutoFit/>
          </a:bodyPr>
          <a:lstStyle/>
          <a:p>
            <a:pPr>
              <a:buNone/>
            </a:pPr>
            <a:r>
              <a:rPr sz="2700" b="1" i="0">
                <a:solidFill>
                  <a:srgbClr val="FFFFFF"/>
                </a:solidFill>
                <a:latin typeface="Calibri"/>
                <a:ea typeface="Microsoft YaHei"/>
                <a:cs typeface="Microsoft YaHei"/>
              </a:rPr>
              <a:t>工作</a:t>
            </a:r>
          </a:p>
        </p:txBody>
      </p:sp>
      <p:pic>
        <p:nvPicPr>
          <p:cNvPr id="6" name="Picture 5" descr="gongzuo_cutout.png"/>
          <p:cNvPicPr>
            <a:picLocks noChangeAspect="1"/>
          </p:cNvPicPr>
          <p:nvPr/>
        </p:nvPicPr>
        <p:blipFill>
          <a:blip r:embed="rId2"/>
          <a:stretch>
            <a:fillRect/>
          </a:stretch>
        </p:blipFill>
        <p:spPr>
          <a:xfrm>
            <a:off x="548641" y="2867775"/>
            <a:ext cx="3550210" cy="2368066"/>
          </a:xfrm>
          <a:prstGeom prst="rect">
            <a:avLst/>
          </a:prstGeom>
        </p:spPr>
      </p:pic>
      <p:sp>
        <p:nvSpPr>
          <p:cNvPr id="7" name="TextBox 6"/>
          <p:cNvSpPr txBox="1"/>
          <p:nvPr/>
        </p:nvSpPr>
        <p:spPr>
          <a:xfrm>
            <a:off x="4464612" y="1611376"/>
            <a:ext cx="7178443" cy="1273048"/>
          </a:xfrm>
          <a:prstGeom prst="rect">
            <a:avLst/>
          </a:prstGeom>
          <a:noFill/>
        </p:spPr>
        <p:txBody>
          <a:bodyPr wrap="square" anchor="t">
            <a:spAutoFit/>
          </a:bodyPr>
          <a:lstStyle/>
          <a:p>
            <a:pPr>
              <a:buNone/>
            </a:pPr>
            <a:r>
              <a:rPr sz="2800" b="1" i="0">
                <a:solidFill>
                  <a:srgbClr val="1F2933"/>
                </a:solidFill>
                <a:latin typeface="Calibri"/>
                <a:ea typeface="Microsoft YaHei"/>
                <a:cs typeface="Microsoft YaHei"/>
              </a:rPr>
              <a:t>我爸爸也在医院</a:t>
            </a:r>
            <a:r>
              <a:rPr sz="2800" b="1" i="0">
                <a:solidFill>
                  <a:srgbClr val="8E2B20"/>
                </a:solidFill>
                <a:latin typeface="Calibri"/>
                <a:ea typeface="Microsoft YaHei"/>
                <a:cs typeface="Microsoft YaHei"/>
              </a:rPr>
              <a:t>工作</a:t>
            </a:r>
            <a:r>
              <a:rPr sz="2800" b="1" i="0">
                <a:solidFill>
                  <a:srgbClr val="1F2933"/>
                </a:solidFill>
                <a:latin typeface="Calibri"/>
                <a:ea typeface="Microsoft YaHei"/>
                <a:cs typeface="Microsoft YaHei"/>
              </a:rPr>
              <a:t>。</a:t>
            </a:r>
          </a:p>
          <a:p>
            <a:pPr>
              <a:spcBef>
                <a:spcPts val="600"/>
              </a:spcBef>
              <a:buNone/>
            </a:pPr>
            <a:r>
              <a:rPr sz="1600" b="0" i="1">
                <a:solidFill>
                  <a:srgbClr val="8E2B20"/>
                </a:solidFill>
                <a:latin typeface="Calibri"/>
                <a:ea typeface="Microsoft YaHei"/>
                <a:cs typeface="Microsoft YaHei"/>
              </a:rPr>
              <a:t>Wǒ bàba yě zài yīyuàn gōngzuò.</a:t>
            </a:r>
          </a:p>
          <a:p>
            <a:pPr>
              <a:spcBef>
                <a:spcPts val="400"/>
              </a:spcBef>
              <a:buNone/>
            </a:pPr>
            <a:r>
              <a:rPr sz="1400" b="0" i="0">
                <a:solidFill>
                  <a:srgbClr val="6B7683"/>
                </a:solidFill>
                <a:latin typeface="Calibri"/>
                <a:ea typeface="Microsoft YaHei"/>
                <a:cs typeface="Microsoft YaHei"/>
              </a:rPr>
              <a:t>Bố tôi cũng làm việc ở bệnh viện.</a:t>
            </a:r>
          </a:p>
        </p:txBody>
      </p:sp>
      <p:sp>
        <p:nvSpPr>
          <p:cNvPr id="8" name="TextBox 7"/>
          <p:cNvSpPr txBox="1"/>
          <p:nvPr/>
        </p:nvSpPr>
        <p:spPr>
          <a:xfrm>
            <a:off x="4464612" y="3158744"/>
            <a:ext cx="7178443" cy="3333496"/>
          </a:xfrm>
          <a:prstGeom prst="rect">
            <a:avLst/>
          </a:prstGeom>
          <a:noFill/>
        </p:spPr>
        <p:txBody>
          <a:bodyPr wrap="square" anchor="ctr">
            <a:spAutoFit/>
          </a:bodyPr>
          <a:lstStyle/>
          <a:p>
            <a:pPr algn="ctr">
              <a:buNone/>
            </a:pPr>
            <a:r>
              <a:rPr sz="3600" b="1" i="0">
                <a:solidFill>
                  <a:srgbClr val="1F2933"/>
                </a:solidFill>
                <a:latin typeface="Calibri"/>
                <a:ea typeface="Microsoft YaHei"/>
                <a:cs typeface="Microsoft YaHei"/>
              </a:rPr>
              <a:t>工作</a:t>
            </a:r>
          </a:p>
          <a:p>
            <a:pPr algn="ctr">
              <a:spcBef>
                <a:spcPts val="600"/>
              </a:spcBef>
              <a:buNone/>
            </a:pPr>
            <a:r>
              <a:rPr sz="1500" b="0" i="1">
                <a:solidFill>
                  <a:srgbClr val="8E2B20"/>
                </a:solidFill>
                <a:latin typeface="Calibri"/>
                <a:ea typeface="Microsoft YaHei"/>
                <a:cs typeface="Microsoft YaHei"/>
              </a:rPr>
              <a:t>gōngzuò</a:t>
            </a:r>
          </a:p>
          <a:p>
            <a:pPr algn="ctr">
              <a:spcBef>
                <a:spcPts val="300"/>
              </a:spcBef>
              <a:buNone/>
            </a:pPr>
            <a:r>
              <a:rPr sz="1300" b="0" i="0">
                <a:solidFill>
                  <a:srgbClr val="1F2933"/>
                </a:solidFill>
                <a:latin typeface="Calibri"/>
                <a:ea typeface="Microsoft YaHei"/>
                <a:cs typeface="Microsoft YaHei"/>
              </a:rPr>
              <a:t>công việc, làm việc</a:t>
            </a:r>
          </a:p>
        </p:txBody>
      </p:sp>
      <p:pic>
        <p:nvPicPr>
          <p:cNvPr id="9" name="slide13.mp3">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1076127" y="320040"/>
            <a:ext cx="566928" cy="566928"/>
          </a:xfrm>
          <a:prstGeom prst="rect">
            <a:avLst/>
          </a:prstGeom>
          <a:ln>
            <a:noFill/>
          </a:ln>
        </p:spPr>
      </p:pic>
    </p:spTree>
  </p:cSld>
  <p:clrMapOvr>
    <a:masterClrMapping/>
  </p:clrMapOvr>
  <p:timing>
    <p:tnLst>
      <p:par>
        <p:cTn id="1" dur="indefinite" restart="never" nodeType="tmRoot">
          <p:childTnLst>
            <p:video>
              <p:cMediaNode vol="80000">
                <p:cTn id="2" fill="hold" display="0">
                  <p:stCondLst>
                    <p:cond delay="indefinite"/>
                  </p:stCondLst>
                </p:cTn>
                <p:tgtEl>
                  <p:spTgt spid="9"/>
                </p:tgtEl>
              </p:cMediaNode>
            </p:video>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37056"/>
          </a:xfrm>
          <a:prstGeom prst="rect">
            <a:avLst/>
          </a:prstGeom>
          <a:solidFill>
            <a:srgbClr val="8E2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46304"/>
            <a:ext cx="1371600" cy="384048"/>
          </a:xfrm>
          <a:prstGeom prst="roundRect">
            <a:avLst/>
          </a:prstGeom>
          <a:solidFill>
            <a:srgbClr val="5F160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25400" bIns="25400"/>
          <a:lstStyle/>
          <a:p>
            <a:pPr algn="ctr">
              <a:buNone/>
            </a:pPr>
            <a:r>
              <a:rPr sz="1600" b="1" i="0">
                <a:solidFill>
                  <a:srgbClr val="FFFFFF"/>
                </a:solidFill>
                <a:latin typeface="Calibri"/>
                <a:ea typeface="Microsoft YaHei"/>
                <a:cs typeface="Microsoft YaHei"/>
              </a:rPr>
              <a:t>课文 1</a:t>
            </a:r>
          </a:p>
        </p:txBody>
      </p:sp>
      <p:sp>
        <p:nvSpPr>
          <p:cNvPr id="5" name="TextBox 4"/>
          <p:cNvSpPr txBox="1"/>
          <p:nvPr/>
        </p:nvSpPr>
        <p:spPr>
          <a:xfrm>
            <a:off x="548640" y="566928"/>
            <a:ext cx="11094415" cy="642112"/>
          </a:xfrm>
          <a:prstGeom prst="rect">
            <a:avLst/>
          </a:prstGeom>
          <a:noFill/>
        </p:spPr>
        <p:txBody>
          <a:bodyPr wrap="square" anchor="ctr">
            <a:spAutoFit/>
          </a:bodyPr>
          <a:lstStyle/>
          <a:p>
            <a:pPr>
              <a:buNone/>
            </a:pPr>
            <a:r>
              <a:rPr sz="2700" b="1" i="0">
                <a:solidFill>
                  <a:srgbClr val="FFFFFF"/>
                </a:solidFill>
                <a:latin typeface="Calibri"/>
                <a:ea typeface="Microsoft YaHei"/>
                <a:cs typeface="Microsoft YaHei"/>
              </a:rPr>
              <a:t>房间外有一只小猫</a:t>
            </a:r>
          </a:p>
        </p:txBody>
      </p:sp>
      <p:sp>
        <p:nvSpPr>
          <p:cNvPr id="6" name="Rounded Rectangle 5"/>
          <p:cNvSpPr/>
          <p:nvPr/>
        </p:nvSpPr>
        <p:spPr>
          <a:xfrm>
            <a:off x="548640" y="1611376"/>
            <a:ext cx="4518152" cy="640080"/>
          </a:xfrm>
          <a:prstGeom prst="roundRect">
            <a:avLst/>
          </a:prstGeom>
          <a:solidFill>
            <a:srgbClr val="F4F5F7"/>
          </a:solidFill>
          <a:ln w="6350">
            <a:solidFill>
              <a:srgbClr val="6B7683"/>
            </a:solidFill>
          </a:ln>
          <a:effectLst/>
        </p:spPr>
        <p:style>
          <a:lnRef idx="1">
            <a:schemeClr val="accent1"/>
          </a:lnRef>
          <a:fillRef idx="3">
            <a:schemeClr val="accent1"/>
          </a:fillRef>
          <a:effectRef idx="2">
            <a:schemeClr val="accent1"/>
          </a:effectRef>
          <a:fontRef idx="minor">
            <a:schemeClr val="lt1"/>
          </a:fontRef>
        </p:style>
        <p:txBody>
          <a:bodyPr rtlCol="0" anchor="ctr" wrap="square" lIns="152400" tIns="63500" bIns="63500"/>
          <a:lstStyle/>
          <a:p>
            <a:pPr algn="l">
              <a:buNone/>
            </a:pPr>
            <a:r>
              <a:rPr sz="1300" b="1" i="0">
                <a:solidFill>
                  <a:srgbClr val="8E2B20"/>
                </a:solidFill>
                <a:latin typeface="Calibri"/>
                <a:ea typeface="Microsoft YaHei"/>
                <a:cs typeface="Microsoft YaHei"/>
              </a:rPr>
              <a:t>白家月: </a:t>
            </a:r>
            <a:r>
              <a:rPr sz="2200" b="1" i="0">
                <a:solidFill>
                  <a:srgbClr val="1F2933"/>
                </a:solidFill>
                <a:latin typeface="Calibri"/>
                <a:ea typeface="Microsoft YaHei"/>
                <a:cs typeface="Microsoft YaHei"/>
              </a:rPr>
              <a:t>房间外有一只小猫。</a:t>
            </a:r>
          </a:p>
        </p:txBody>
      </p:sp>
      <p:sp>
        <p:nvSpPr>
          <p:cNvPr id="7" name="Oval 6"/>
          <p:cNvSpPr/>
          <p:nvPr/>
        </p:nvSpPr>
        <p:spPr>
          <a:xfrm>
            <a:off x="381963" y="1500258"/>
            <a:ext cx="396849" cy="396849"/>
          </a:xfrm>
          <a:prstGeom prst="ellipse">
            <a:avLst/>
          </a:prstGeom>
          <a:solidFill>
            <a:srgbClr val="2980B9"/>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buNone/>
            </a:pPr>
            <a:r>
              <a:rPr sz="1300" b="1" i="0">
                <a:solidFill>
                  <a:srgbClr val="FFFFFF"/>
                </a:solidFill>
                <a:latin typeface="Calibri"/>
                <a:ea typeface="Microsoft YaHei"/>
                <a:cs typeface="Microsoft YaHei"/>
              </a:rPr>
              <a:t>白</a:t>
            </a:r>
          </a:p>
        </p:txBody>
      </p:sp>
      <p:sp>
        <p:nvSpPr>
          <p:cNvPr id="8" name="Rounded Rectangle 7"/>
          <p:cNvSpPr/>
          <p:nvPr/>
        </p:nvSpPr>
        <p:spPr>
          <a:xfrm>
            <a:off x="6499047" y="2397760"/>
            <a:ext cx="5144008" cy="640080"/>
          </a:xfrm>
          <a:prstGeom prst="roundRect">
            <a:avLst/>
          </a:prstGeom>
          <a:solidFill>
            <a:srgbClr val="F7E4E1"/>
          </a:solidFill>
          <a:ln w="6350">
            <a:solidFill>
              <a:srgbClr val="8E2B20"/>
            </a:solidFill>
          </a:ln>
          <a:effectLst/>
        </p:spPr>
        <p:style>
          <a:lnRef idx="1">
            <a:schemeClr val="accent1"/>
          </a:lnRef>
          <a:fillRef idx="3">
            <a:schemeClr val="accent1"/>
          </a:fillRef>
          <a:effectRef idx="2">
            <a:schemeClr val="accent1"/>
          </a:effectRef>
          <a:fontRef idx="minor">
            <a:schemeClr val="lt1"/>
          </a:fontRef>
        </p:style>
        <p:txBody>
          <a:bodyPr rtlCol="0" anchor="ctr" wrap="square" lIns="152400" tIns="63500" bIns="63500"/>
          <a:lstStyle/>
          <a:p>
            <a:pPr algn="l">
              <a:buNone/>
            </a:pPr>
            <a:r>
              <a:rPr sz="1300" b="1" i="0">
                <a:solidFill>
                  <a:srgbClr val="8E2B20"/>
                </a:solidFill>
                <a:latin typeface="Calibri"/>
                <a:ea typeface="Microsoft YaHei"/>
                <a:cs typeface="Microsoft YaHei"/>
              </a:rPr>
              <a:t>陈天中: </a:t>
            </a:r>
            <a:r>
              <a:rPr sz="2200" b="1" i="0">
                <a:solidFill>
                  <a:srgbClr val="1F2933"/>
                </a:solidFill>
                <a:latin typeface="Calibri"/>
                <a:ea typeface="Microsoft YaHei"/>
                <a:cs typeface="Microsoft YaHei"/>
              </a:rPr>
              <a:t>我没看见，它在哪儿呢？</a:t>
            </a:r>
          </a:p>
        </p:txBody>
      </p:sp>
      <p:sp>
        <p:nvSpPr>
          <p:cNvPr id="9" name="Oval 8"/>
          <p:cNvSpPr/>
          <p:nvPr/>
        </p:nvSpPr>
        <p:spPr>
          <a:xfrm>
            <a:off x="11412882" y="2286642"/>
            <a:ext cx="396849" cy="396849"/>
          </a:xfrm>
          <a:prstGeom prst="ellipse">
            <a:avLst/>
          </a:prstGeom>
          <a:solidFill>
            <a:srgbClr val="27AE6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buNone/>
            </a:pPr>
            <a:r>
              <a:rPr sz="1300" b="1" i="0">
                <a:solidFill>
                  <a:srgbClr val="FFFFFF"/>
                </a:solidFill>
                <a:latin typeface="Calibri"/>
                <a:ea typeface="Microsoft YaHei"/>
                <a:cs typeface="Microsoft YaHei"/>
              </a:rPr>
              <a:t>陈</a:t>
            </a:r>
          </a:p>
        </p:txBody>
      </p:sp>
      <p:sp>
        <p:nvSpPr>
          <p:cNvPr id="10" name="Rounded Rectangle 9"/>
          <p:cNvSpPr/>
          <p:nvPr/>
        </p:nvSpPr>
        <p:spPr>
          <a:xfrm>
            <a:off x="548640" y="3184144"/>
            <a:ext cx="3892296" cy="640080"/>
          </a:xfrm>
          <a:prstGeom prst="roundRect">
            <a:avLst/>
          </a:prstGeom>
          <a:solidFill>
            <a:srgbClr val="F4F5F7"/>
          </a:solidFill>
          <a:ln w="6350">
            <a:solidFill>
              <a:srgbClr val="6B7683"/>
            </a:solidFill>
          </a:ln>
          <a:effectLst/>
        </p:spPr>
        <p:style>
          <a:lnRef idx="1">
            <a:schemeClr val="accent1"/>
          </a:lnRef>
          <a:fillRef idx="3">
            <a:schemeClr val="accent1"/>
          </a:fillRef>
          <a:effectRef idx="2">
            <a:schemeClr val="accent1"/>
          </a:effectRef>
          <a:fontRef idx="minor">
            <a:schemeClr val="lt1"/>
          </a:fontRef>
        </p:style>
        <p:txBody>
          <a:bodyPr rtlCol="0" anchor="ctr" wrap="square" lIns="152400" tIns="63500" bIns="63500"/>
          <a:lstStyle/>
          <a:p>
            <a:pPr algn="l">
              <a:buNone/>
            </a:pPr>
            <a:r>
              <a:rPr sz="1300" b="1" i="0">
                <a:solidFill>
                  <a:srgbClr val="8E2B20"/>
                </a:solidFill>
                <a:latin typeface="Calibri"/>
                <a:ea typeface="Microsoft YaHei"/>
                <a:cs typeface="Microsoft YaHei"/>
              </a:rPr>
              <a:t>白家月: </a:t>
            </a:r>
            <a:r>
              <a:rPr sz="2200" b="1" i="0">
                <a:solidFill>
                  <a:srgbClr val="1F2933"/>
                </a:solidFill>
                <a:latin typeface="Calibri"/>
                <a:ea typeface="Microsoft YaHei"/>
                <a:cs typeface="Microsoft YaHei"/>
              </a:rPr>
              <a:t>它在桌子下呢。</a:t>
            </a:r>
          </a:p>
        </p:txBody>
      </p:sp>
      <p:sp>
        <p:nvSpPr>
          <p:cNvPr id="11" name="Oval 10"/>
          <p:cNvSpPr/>
          <p:nvPr/>
        </p:nvSpPr>
        <p:spPr>
          <a:xfrm>
            <a:off x="381963" y="3073026"/>
            <a:ext cx="396849" cy="396849"/>
          </a:xfrm>
          <a:prstGeom prst="ellipse">
            <a:avLst/>
          </a:prstGeom>
          <a:solidFill>
            <a:srgbClr val="2980B9"/>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buNone/>
            </a:pPr>
            <a:r>
              <a:rPr sz="1300" b="1" i="0">
                <a:solidFill>
                  <a:srgbClr val="FFFFFF"/>
                </a:solidFill>
                <a:latin typeface="Calibri"/>
                <a:ea typeface="Microsoft YaHei"/>
                <a:cs typeface="Microsoft YaHei"/>
              </a:rPr>
              <a:t>白</a:t>
            </a:r>
          </a:p>
        </p:txBody>
      </p:sp>
      <p:sp>
        <p:nvSpPr>
          <p:cNvPr id="12" name="Rounded Rectangle 11"/>
          <p:cNvSpPr/>
          <p:nvPr/>
        </p:nvSpPr>
        <p:spPr>
          <a:xfrm>
            <a:off x="7437831" y="3970528"/>
            <a:ext cx="4205224" cy="640080"/>
          </a:xfrm>
          <a:prstGeom prst="roundRect">
            <a:avLst/>
          </a:prstGeom>
          <a:solidFill>
            <a:srgbClr val="F7E4E1"/>
          </a:solidFill>
          <a:ln w="6350">
            <a:solidFill>
              <a:srgbClr val="8E2B20"/>
            </a:solidFill>
          </a:ln>
          <a:effectLst/>
        </p:spPr>
        <p:style>
          <a:lnRef idx="1">
            <a:schemeClr val="accent1"/>
          </a:lnRef>
          <a:fillRef idx="3">
            <a:schemeClr val="accent1"/>
          </a:fillRef>
          <a:effectRef idx="2">
            <a:schemeClr val="accent1"/>
          </a:effectRef>
          <a:fontRef idx="minor">
            <a:schemeClr val="lt1"/>
          </a:fontRef>
        </p:style>
        <p:txBody>
          <a:bodyPr rtlCol="0" anchor="ctr" wrap="square" lIns="152400" tIns="63500" bIns="63500"/>
          <a:lstStyle/>
          <a:p>
            <a:pPr algn="l">
              <a:buNone/>
            </a:pPr>
            <a:r>
              <a:rPr sz="1300" b="1" i="0">
                <a:solidFill>
                  <a:srgbClr val="8E2B20"/>
                </a:solidFill>
                <a:latin typeface="Calibri"/>
                <a:ea typeface="Microsoft YaHei"/>
                <a:cs typeface="Microsoft YaHei"/>
              </a:rPr>
              <a:t>陈天中: </a:t>
            </a:r>
            <a:r>
              <a:rPr sz="2200" b="1" i="0">
                <a:solidFill>
                  <a:srgbClr val="1F2933"/>
                </a:solidFill>
                <a:latin typeface="Calibri"/>
                <a:ea typeface="Microsoft YaHei"/>
                <a:cs typeface="Microsoft YaHei"/>
              </a:rPr>
              <a:t>这只小猫真漂亮！</a:t>
            </a:r>
          </a:p>
        </p:txBody>
      </p:sp>
      <p:sp>
        <p:nvSpPr>
          <p:cNvPr id="13" name="Oval 12"/>
          <p:cNvSpPr/>
          <p:nvPr/>
        </p:nvSpPr>
        <p:spPr>
          <a:xfrm>
            <a:off x="11412882" y="3859410"/>
            <a:ext cx="396849" cy="396849"/>
          </a:xfrm>
          <a:prstGeom prst="ellipse">
            <a:avLst/>
          </a:prstGeom>
          <a:solidFill>
            <a:srgbClr val="27AE6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buNone/>
            </a:pPr>
            <a:r>
              <a:rPr sz="1300" b="1" i="0">
                <a:solidFill>
                  <a:srgbClr val="FFFFFF"/>
                </a:solidFill>
                <a:latin typeface="Calibri"/>
                <a:ea typeface="Microsoft YaHei"/>
                <a:cs typeface="Microsoft YaHei"/>
              </a:rPr>
              <a:t>陈</a:t>
            </a:r>
          </a:p>
        </p:txBody>
      </p:sp>
      <p:pic>
        <p:nvPicPr>
          <p:cNvPr id="14" name="slide14.mp3">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11076127" y="320040"/>
            <a:ext cx="566928" cy="566928"/>
          </a:xfrm>
          <a:prstGeom prst="rect">
            <a:avLst/>
          </a:prstGeom>
          <a:ln>
            <a:noFill/>
          </a:ln>
        </p:spPr>
      </p:pic>
    </p:spTree>
  </p:cSld>
  <p:clrMapOvr>
    <a:masterClrMapping/>
  </p:clrMapOvr>
  <p:timing>
    <p:tnLst>
      <p:par>
        <p:cTn id="1" dur="indefinite" restart="never" nodeType="tmRoot">
          <p:childTnLst>
            <p:video>
              <p:cMediaNode vol="80000">
                <p:cTn id="2" fill="hold" display="0">
                  <p:stCondLst>
                    <p:cond delay="indefinite"/>
                  </p:stCondLst>
                </p:cTn>
                <p:tgtEl>
                  <p:spTgt spid="14"/>
                </p:tgtEl>
              </p:cMediaNode>
            </p:video>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37056"/>
          </a:xfrm>
          <a:prstGeom prst="rect">
            <a:avLst/>
          </a:prstGeom>
          <a:solidFill>
            <a:srgbClr val="8E2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46304"/>
            <a:ext cx="1371600" cy="384048"/>
          </a:xfrm>
          <a:prstGeom prst="roundRect">
            <a:avLst/>
          </a:prstGeom>
          <a:solidFill>
            <a:srgbClr val="5F160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25400" bIns="25400"/>
          <a:lstStyle/>
          <a:p>
            <a:pPr algn="ctr">
              <a:buNone/>
            </a:pPr>
            <a:r>
              <a:rPr sz="1600" b="1" i="0">
                <a:solidFill>
                  <a:srgbClr val="FFFFFF"/>
                </a:solidFill>
                <a:latin typeface="Calibri"/>
                <a:ea typeface="Microsoft YaHei"/>
                <a:cs typeface="Microsoft YaHei"/>
              </a:rPr>
              <a:t>课文 2</a:t>
            </a:r>
          </a:p>
        </p:txBody>
      </p:sp>
      <p:sp>
        <p:nvSpPr>
          <p:cNvPr id="5" name="TextBox 4"/>
          <p:cNvSpPr txBox="1"/>
          <p:nvPr/>
        </p:nvSpPr>
        <p:spPr>
          <a:xfrm>
            <a:off x="548640" y="566928"/>
            <a:ext cx="11094415" cy="642112"/>
          </a:xfrm>
          <a:prstGeom prst="rect">
            <a:avLst/>
          </a:prstGeom>
          <a:noFill/>
        </p:spPr>
        <p:txBody>
          <a:bodyPr wrap="square" anchor="ctr">
            <a:spAutoFit/>
          </a:bodyPr>
          <a:lstStyle/>
          <a:p>
            <a:pPr>
              <a:buNone/>
            </a:pPr>
            <a:r>
              <a:rPr sz="2700" b="1" i="0">
                <a:solidFill>
                  <a:srgbClr val="FFFFFF"/>
                </a:solidFill>
                <a:latin typeface="Calibri"/>
                <a:ea typeface="Microsoft YaHei"/>
                <a:cs typeface="Microsoft YaHei"/>
              </a:rPr>
              <a:t>我们在哪儿见呢？</a:t>
            </a:r>
          </a:p>
        </p:txBody>
      </p:sp>
      <p:sp>
        <p:nvSpPr>
          <p:cNvPr id="6" name="Rounded Rectangle 5"/>
          <p:cNvSpPr/>
          <p:nvPr/>
        </p:nvSpPr>
        <p:spPr>
          <a:xfrm>
            <a:off x="548640" y="1611376"/>
            <a:ext cx="4205224" cy="640080"/>
          </a:xfrm>
          <a:prstGeom prst="roundRect">
            <a:avLst/>
          </a:prstGeom>
          <a:solidFill>
            <a:srgbClr val="F4F5F7"/>
          </a:solidFill>
          <a:ln w="6350">
            <a:solidFill>
              <a:srgbClr val="6B7683"/>
            </a:solidFill>
          </a:ln>
          <a:effectLst/>
        </p:spPr>
        <p:style>
          <a:lnRef idx="1">
            <a:schemeClr val="accent1"/>
          </a:lnRef>
          <a:fillRef idx="3">
            <a:schemeClr val="accent1"/>
          </a:fillRef>
          <a:effectRef idx="2">
            <a:schemeClr val="accent1"/>
          </a:effectRef>
          <a:fontRef idx="minor">
            <a:schemeClr val="lt1"/>
          </a:fontRef>
        </p:style>
        <p:txBody>
          <a:bodyPr rtlCol="0" anchor="ctr" wrap="square" lIns="152400" tIns="63500" bIns="63500"/>
          <a:lstStyle/>
          <a:p>
            <a:pPr algn="l">
              <a:buNone/>
            </a:pPr>
            <a:r>
              <a:rPr sz="1300" b="1" i="0">
                <a:solidFill>
                  <a:srgbClr val="8E2B20"/>
                </a:solidFill>
                <a:latin typeface="Calibri"/>
                <a:ea typeface="Microsoft YaHei"/>
                <a:cs typeface="Microsoft YaHei"/>
              </a:rPr>
              <a:t>白家月: </a:t>
            </a:r>
            <a:r>
              <a:rPr sz="2200" b="1" i="0">
                <a:solidFill>
                  <a:srgbClr val="1F2933"/>
                </a:solidFill>
                <a:latin typeface="Calibri"/>
                <a:ea typeface="Microsoft YaHei"/>
                <a:cs typeface="Microsoft YaHei"/>
              </a:rPr>
              <a:t>我们在哪儿见呢？</a:t>
            </a:r>
          </a:p>
        </p:txBody>
      </p:sp>
      <p:sp>
        <p:nvSpPr>
          <p:cNvPr id="7" name="Oval 6"/>
          <p:cNvSpPr/>
          <p:nvPr/>
        </p:nvSpPr>
        <p:spPr>
          <a:xfrm>
            <a:off x="381963" y="1500258"/>
            <a:ext cx="396849" cy="396849"/>
          </a:xfrm>
          <a:prstGeom prst="ellipse">
            <a:avLst/>
          </a:prstGeom>
          <a:solidFill>
            <a:srgbClr val="2980B9"/>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buNone/>
            </a:pPr>
            <a:r>
              <a:rPr sz="1300" b="1" i="0">
                <a:solidFill>
                  <a:srgbClr val="FFFFFF"/>
                </a:solidFill>
                <a:latin typeface="Calibri"/>
                <a:ea typeface="Microsoft YaHei"/>
                <a:cs typeface="Microsoft YaHei"/>
              </a:rPr>
              <a:t>白</a:t>
            </a:r>
          </a:p>
        </p:txBody>
      </p:sp>
      <p:sp>
        <p:nvSpPr>
          <p:cNvPr id="8" name="Rounded Rectangle 7"/>
          <p:cNvSpPr/>
          <p:nvPr/>
        </p:nvSpPr>
        <p:spPr>
          <a:xfrm>
            <a:off x="7309815" y="2397760"/>
            <a:ext cx="4333240" cy="640080"/>
          </a:xfrm>
          <a:prstGeom prst="roundRect">
            <a:avLst/>
          </a:prstGeom>
          <a:solidFill>
            <a:srgbClr val="F7E4E1"/>
          </a:solidFill>
          <a:ln w="6350">
            <a:solidFill>
              <a:srgbClr val="8E2B20"/>
            </a:solidFill>
          </a:ln>
          <a:effectLst/>
        </p:spPr>
        <p:style>
          <a:lnRef idx="1">
            <a:schemeClr val="accent1"/>
          </a:lnRef>
          <a:fillRef idx="3">
            <a:schemeClr val="accent1"/>
          </a:fillRef>
          <a:effectRef idx="2">
            <a:schemeClr val="accent1"/>
          </a:effectRef>
          <a:fontRef idx="minor">
            <a:schemeClr val="lt1"/>
          </a:fontRef>
        </p:style>
        <p:txBody>
          <a:bodyPr rtlCol="0" anchor="ctr" wrap="square" lIns="152400" tIns="63500" bIns="63500"/>
          <a:lstStyle/>
          <a:p>
            <a:pPr algn="l">
              <a:buNone/>
            </a:pPr>
            <a:r>
              <a:rPr sz="1300" b="1" i="0">
                <a:solidFill>
                  <a:srgbClr val="8E2B20"/>
                </a:solidFill>
                <a:latin typeface="Calibri"/>
                <a:ea typeface="Microsoft YaHei"/>
                <a:cs typeface="Microsoft YaHei"/>
              </a:rPr>
              <a:t>李文: </a:t>
            </a:r>
            <a:r>
              <a:rPr sz="2200" b="1" i="0">
                <a:solidFill>
                  <a:srgbClr val="1F2933"/>
                </a:solidFill>
                <a:latin typeface="Calibri"/>
                <a:ea typeface="Microsoft YaHei"/>
                <a:cs typeface="Microsoft YaHei"/>
              </a:rPr>
              <a:t>在学校书店前见吧。</a:t>
            </a:r>
          </a:p>
        </p:txBody>
      </p:sp>
      <p:sp>
        <p:nvSpPr>
          <p:cNvPr id="9" name="Oval 8"/>
          <p:cNvSpPr/>
          <p:nvPr/>
        </p:nvSpPr>
        <p:spPr>
          <a:xfrm>
            <a:off x="11412882" y="2286642"/>
            <a:ext cx="396849" cy="396849"/>
          </a:xfrm>
          <a:prstGeom prst="ellipse">
            <a:avLst/>
          </a:prstGeom>
          <a:solidFill>
            <a:srgbClr val="27AE6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buNone/>
            </a:pPr>
            <a:r>
              <a:rPr sz="1300" b="1" i="0">
                <a:solidFill>
                  <a:srgbClr val="FFFFFF"/>
                </a:solidFill>
                <a:latin typeface="Calibri"/>
                <a:ea typeface="Microsoft YaHei"/>
                <a:cs typeface="Microsoft YaHei"/>
              </a:rPr>
              <a:t>李</a:t>
            </a:r>
          </a:p>
        </p:txBody>
      </p:sp>
      <p:sp>
        <p:nvSpPr>
          <p:cNvPr id="10" name="Rounded Rectangle 9"/>
          <p:cNvSpPr/>
          <p:nvPr/>
        </p:nvSpPr>
        <p:spPr>
          <a:xfrm>
            <a:off x="548640" y="3184144"/>
            <a:ext cx="5456936" cy="640080"/>
          </a:xfrm>
          <a:prstGeom prst="roundRect">
            <a:avLst/>
          </a:prstGeom>
          <a:solidFill>
            <a:srgbClr val="F4F5F7"/>
          </a:solidFill>
          <a:ln w="6350">
            <a:solidFill>
              <a:srgbClr val="6B7683"/>
            </a:solidFill>
          </a:ln>
          <a:effectLst/>
        </p:spPr>
        <p:style>
          <a:lnRef idx="1">
            <a:schemeClr val="accent1"/>
          </a:lnRef>
          <a:fillRef idx="3">
            <a:schemeClr val="accent1"/>
          </a:fillRef>
          <a:effectRef idx="2">
            <a:schemeClr val="accent1"/>
          </a:effectRef>
          <a:fontRef idx="minor">
            <a:schemeClr val="lt1"/>
          </a:fontRef>
        </p:style>
        <p:txBody>
          <a:bodyPr rtlCol="0" anchor="ctr" wrap="square" lIns="152400" tIns="63500" bIns="63500"/>
          <a:lstStyle/>
          <a:p>
            <a:pPr algn="l">
              <a:buNone/>
            </a:pPr>
            <a:r>
              <a:rPr sz="1300" b="1" i="0">
                <a:solidFill>
                  <a:srgbClr val="8E2B20"/>
                </a:solidFill>
                <a:latin typeface="Calibri"/>
                <a:ea typeface="Microsoft YaHei"/>
                <a:cs typeface="Microsoft YaHei"/>
              </a:rPr>
              <a:t>白家月: </a:t>
            </a:r>
            <a:r>
              <a:rPr sz="2200" b="1" i="0">
                <a:solidFill>
                  <a:srgbClr val="1F2933"/>
                </a:solidFill>
                <a:latin typeface="Calibri"/>
                <a:ea typeface="Microsoft YaHei"/>
                <a:cs typeface="Microsoft YaHei"/>
              </a:rPr>
              <a:t>好的。下午两点你能到吗？</a:t>
            </a:r>
          </a:p>
        </p:txBody>
      </p:sp>
      <p:sp>
        <p:nvSpPr>
          <p:cNvPr id="11" name="Oval 10"/>
          <p:cNvSpPr/>
          <p:nvPr/>
        </p:nvSpPr>
        <p:spPr>
          <a:xfrm>
            <a:off x="381963" y="3073026"/>
            <a:ext cx="396849" cy="396849"/>
          </a:xfrm>
          <a:prstGeom prst="ellipse">
            <a:avLst/>
          </a:prstGeom>
          <a:solidFill>
            <a:srgbClr val="2980B9"/>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buNone/>
            </a:pPr>
            <a:r>
              <a:rPr sz="1300" b="1" i="0">
                <a:solidFill>
                  <a:srgbClr val="FFFFFF"/>
                </a:solidFill>
                <a:latin typeface="Calibri"/>
                <a:ea typeface="Microsoft YaHei"/>
                <a:cs typeface="Microsoft YaHei"/>
              </a:rPr>
              <a:t>白</a:t>
            </a:r>
          </a:p>
        </p:txBody>
      </p:sp>
      <p:sp>
        <p:nvSpPr>
          <p:cNvPr id="12" name="Rounded Rectangle 11"/>
          <p:cNvSpPr/>
          <p:nvPr/>
        </p:nvSpPr>
        <p:spPr>
          <a:xfrm>
            <a:off x="6371031" y="3970528"/>
            <a:ext cx="5272024" cy="640080"/>
          </a:xfrm>
          <a:prstGeom prst="roundRect">
            <a:avLst/>
          </a:prstGeom>
          <a:solidFill>
            <a:srgbClr val="F7E4E1"/>
          </a:solidFill>
          <a:ln w="6350">
            <a:solidFill>
              <a:srgbClr val="8E2B20"/>
            </a:solidFill>
          </a:ln>
          <a:effectLst/>
        </p:spPr>
        <p:style>
          <a:lnRef idx="1">
            <a:schemeClr val="accent1"/>
          </a:lnRef>
          <a:fillRef idx="3">
            <a:schemeClr val="accent1"/>
          </a:fillRef>
          <a:effectRef idx="2">
            <a:schemeClr val="accent1"/>
          </a:effectRef>
          <a:fontRef idx="minor">
            <a:schemeClr val="lt1"/>
          </a:fontRef>
        </p:style>
        <p:txBody>
          <a:bodyPr rtlCol="0" anchor="ctr" wrap="square" lIns="152400" tIns="63500" bIns="63500"/>
          <a:lstStyle/>
          <a:p>
            <a:pPr algn="l">
              <a:buNone/>
            </a:pPr>
            <a:r>
              <a:rPr sz="1300" b="1" i="0">
                <a:solidFill>
                  <a:srgbClr val="8E2B20"/>
                </a:solidFill>
                <a:latin typeface="Calibri"/>
                <a:ea typeface="Microsoft YaHei"/>
                <a:cs typeface="Microsoft YaHei"/>
              </a:rPr>
              <a:t>李文: </a:t>
            </a:r>
            <a:r>
              <a:rPr sz="2200" b="1" i="0">
                <a:solidFill>
                  <a:srgbClr val="1F2933"/>
                </a:solidFill>
                <a:latin typeface="Calibri"/>
                <a:ea typeface="Microsoft YaHei"/>
                <a:cs typeface="Microsoft YaHei"/>
              </a:rPr>
              <a:t>我能到。我在学校吃午饭。</a:t>
            </a:r>
          </a:p>
        </p:txBody>
      </p:sp>
      <p:sp>
        <p:nvSpPr>
          <p:cNvPr id="13" name="Oval 12"/>
          <p:cNvSpPr/>
          <p:nvPr/>
        </p:nvSpPr>
        <p:spPr>
          <a:xfrm>
            <a:off x="11412882" y="3859410"/>
            <a:ext cx="396849" cy="396849"/>
          </a:xfrm>
          <a:prstGeom prst="ellipse">
            <a:avLst/>
          </a:prstGeom>
          <a:solidFill>
            <a:srgbClr val="27AE6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buNone/>
            </a:pPr>
            <a:r>
              <a:rPr sz="1300" b="1" i="0">
                <a:solidFill>
                  <a:srgbClr val="FFFFFF"/>
                </a:solidFill>
                <a:latin typeface="Calibri"/>
                <a:ea typeface="Microsoft YaHei"/>
                <a:cs typeface="Microsoft YaHei"/>
              </a:rPr>
              <a:t>李</a:t>
            </a:r>
          </a:p>
        </p:txBody>
      </p:sp>
      <p:pic>
        <p:nvPicPr>
          <p:cNvPr id="14" name="slide15.mp3">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11076127" y="320040"/>
            <a:ext cx="566928" cy="566928"/>
          </a:xfrm>
          <a:prstGeom prst="rect">
            <a:avLst/>
          </a:prstGeom>
          <a:ln>
            <a:noFill/>
          </a:ln>
        </p:spPr>
      </p:pic>
    </p:spTree>
  </p:cSld>
  <p:clrMapOvr>
    <a:masterClrMapping/>
  </p:clrMapOvr>
  <p:timing>
    <p:tnLst>
      <p:par>
        <p:cTn id="1" dur="indefinite" restart="never" nodeType="tmRoot">
          <p:childTnLst>
            <p:video>
              <p:cMediaNode vol="80000">
                <p:cTn id="2" fill="hold" display="0">
                  <p:stCondLst>
                    <p:cond delay="indefinite"/>
                  </p:stCondLst>
                </p:cTn>
                <p:tgtEl>
                  <p:spTgt spid="14"/>
                </p:tgtEl>
              </p:cMediaNode>
            </p:video>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37056"/>
          </a:xfrm>
          <a:prstGeom prst="rect">
            <a:avLst/>
          </a:prstGeom>
          <a:solidFill>
            <a:srgbClr val="8E2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46304"/>
            <a:ext cx="1371600" cy="384048"/>
          </a:xfrm>
          <a:prstGeom prst="roundRect">
            <a:avLst/>
          </a:prstGeom>
          <a:solidFill>
            <a:srgbClr val="5F160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25400" bIns="25400"/>
          <a:lstStyle/>
          <a:p>
            <a:pPr algn="ctr">
              <a:buNone/>
            </a:pPr>
            <a:r>
              <a:rPr sz="1600" b="1" i="0">
                <a:solidFill>
                  <a:srgbClr val="FFFFFF"/>
                </a:solidFill>
                <a:latin typeface="Calibri"/>
                <a:ea typeface="Microsoft YaHei"/>
                <a:cs typeface="Microsoft YaHei"/>
              </a:rPr>
              <a:t>课文 3</a:t>
            </a:r>
          </a:p>
        </p:txBody>
      </p:sp>
      <p:sp>
        <p:nvSpPr>
          <p:cNvPr id="5" name="TextBox 4"/>
          <p:cNvSpPr txBox="1"/>
          <p:nvPr/>
        </p:nvSpPr>
        <p:spPr>
          <a:xfrm>
            <a:off x="548640" y="566928"/>
            <a:ext cx="11094415" cy="642112"/>
          </a:xfrm>
          <a:prstGeom prst="rect">
            <a:avLst/>
          </a:prstGeom>
          <a:noFill/>
        </p:spPr>
        <p:txBody>
          <a:bodyPr wrap="square" anchor="ctr">
            <a:spAutoFit/>
          </a:bodyPr>
          <a:lstStyle/>
          <a:p>
            <a:pPr>
              <a:buNone/>
            </a:pPr>
            <a:r>
              <a:rPr sz="2700" b="1" i="0">
                <a:solidFill>
                  <a:srgbClr val="FFFFFF"/>
                </a:solidFill>
                <a:latin typeface="Calibri"/>
                <a:ea typeface="Microsoft YaHei"/>
                <a:cs typeface="Microsoft YaHei"/>
              </a:rPr>
              <a:t>大医院病人多</a:t>
            </a:r>
          </a:p>
        </p:txBody>
      </p:sp>
      <p:sp>
        <p:nvSpPr>
          <p:cNvPr id="6" name="Rounded Rectangle 5"/>
          <p:cNvSpPr/>
          <p:nvPr/>
        </p:nvSpPr>
        <p:spPr>
          <a:xfrm>
            <a:off x="548640" y="1611376"/>
            <a:ext cx="4333240" cy="640080"/>
          </a:xfrm>
          <a:prstGeom prst="roundRect">
            <a:avLst/>
          </a:prstGeom>
          <a:solidFill>
            <a:srgbClr val="F4F5F7"/>
          </a:solidFill>
          <a:ln w="6350">
            <a:solidFill>
              <a:srgbClr val="6B7683"/>
            </a:solidFill>
          </a:ln>
          <a:effectLst/>
        </p:spPr>
        <p:style>
          <a:lnRef idx="1">
            <a:schemeClr val="accent1"/>
          </a:lnRef>
          <a:fillRef idx="3">
            <a:schemeClr val="accent1"/>
          </a:fillRef>
          <a:effectRef idx="2">
            <a:schemeClr val="accent1"/>
          </a:effectRef>
          <a:fontRef idx="minor">
            <a:schemeClr val="lt1"/>
          </a:fontRef>
        </p:style>
        <p:txBody>
          <a:bodyPr rtlCol="0" anchor="ctr" wrap="square" lIns="152400" tIns="63500" bIns="63500"/>
          <a:lstStyle/>
          <a:p>
            <a:pPr algn="l">
              <a:buNone/>
            </a:pPr>
            <a:r>
              <a:rPr sz="1300" b="1" i="0">
                <a:solidFill>
                  <a:srgbClr val="8E2B20"/>
                </a:solidFill>
                <a:latin typeface="Calibri"/>
                <a:ea typeface="Microsoft YaHei"/>
                <a:cs typeface="Microsoft YaHei"/>
              </a:rPr>
              <a:t>刘明: </a:t>
            </a:r>
            <a:r>
              <a:rPr sz="2200" b="1" i="0">
                <a:solidFill>
                  <a:srgbClr val="1F2933"/>
                </a:solidFill>
                <a:latin typeface="Calibri"/>
                <a:ea typeface="Microsoft YaHei"/>
                <a:cs typeface="Microsoft YaHei"/>
              </a:rPr>
              <a:t>小胡，还没吃饭呢？</a:t>
            </a:r>
          </a:p>
        </p:txBody>
      </p:sp>
      <p:sp>
        <p:nvSpPr>
          <p:cNvPr id="7" name="Oval 6"/>
          <p:cNvSpPr/>
          <p:nvPr/>
        </p:nvSpPr>
        <p:spPr>
          <a:xfrm>
            <a:off x="381963" y="1500258"/>
            <a:ext cx="396849" cy="396849"/>
          </a:xfrm>
          <a:prstGeom prst="ellipse">
            <a:avLst/>
          </a:prstGeom>
          <a:solidFill>
            <a:srgbClr val="2980B9"/>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buNone/>
            </a:pPr>
            <a:r>
              <a:rPr sz="1300" b="1" i="0">
                <a:solidFill>
                  <a:srgbClr val="FFFFFF"/>
                </a:solidFill>
                <a:latin typeface="Calibri"/>
                <a:ea typeface="Microsoft YaHei"/>
                <a:cs typeface="Microsoft YaHei"/>
              </a:rPr>
              <a:t>刘</a:t>
            </a:r>
          </a:p>
        </p:txBody>
      </p:sp>
      <p:sp>
        <p:nvSpPr>
          <p:cNvPr id="8" name="Rounded Rectangle 7"/>
          <p:cNvSpPr/>
          <p:nvPr/>
        </p:nvSpPr>
        <p:spPr>
          <a:xfrm>
            <a:off x="8689543" y="2397760"/>
            <a:ext cx="2953512" cy="640080"/>
          </a:xfrm>
          <a:prstGeom prst="roundRect">
            <a:avLst/>
          </a:prstGeom>
          <a:solidFill>
            <a:srgbClr val="F7E4E1"/>
          </a:solidFill>
          <a:ln w="6350">
            <a:solidFill>
              <a:srgbClr val="8E2B20"/>
            </a:solidFill>
          </a:ln>
          <a:effectLst/>
        </p:spPr>
        <p:style>
          <a:lnRef idx="1">
            <a:schemeClr val="accent1"/>
          </a:lnRef>
          <a:fillRef idx="3">
            <a:schemeClr val="accent1"/>
          </a:fillRef>
          <a:effectRef idx="2">
            <a:schemeClr val="accent1"/>
          </a:effectRef>
          <a:fontRef idx="minor">
            <a:schemeClr val="lt1"/>
          </a:fontRef>
        </p:style>
        <p:txBody>
          <a:bodyPr rtlCol="0" anchor="ctr" wrap="square" lIns="152400" tIns="63500" bIns="63500"/>
          <a:lstStyle/>
          <a:p>
            <a:pPr algn="l">
              <a:buNone/>
            </a:pPr>
            <a:r>
              <a:rPr sz="1300" b="1" i="0">
                <a:solidFill>
                  <a:srgbClr val="8E2B20"/>
                </a:solidFill>
                <a:latin typeface="Calibri"/>
                <a:ea typeface="Microsoft YaHei"/>
                <a:cs typeface="Microsoft YaHei"/>
              </a:rPr>
              <a:t>胡医生: </a:t>
            </a:r>
            <a:r>
              <a:rPr sz="2200" b="1" i="0">
                <a:solidFill>
                  <a:srgbClr val="1F2933"/>
                </a:solidFill>
                <a:latin typeface="Calibri"/>
                <a:ea typeface="Microsoft YaHei"/>
                <a:cs typeface="Microsoft YaHei"/>
              </a:rPr>
              <a:t>没吃呢。</a:t>
            </a:r>
          </a:p>
        </p:txBody>
      </p:sp>
      <p:sp>
        <p:nvSpPr>
          <p:cNvPr id="9" name="Oval 8"/>
          <p:cNvSpPr/>
          <p:nvPr/>
        </p:nvSpPr>
        <p:spPr>
          <a:xfrm>
            <a:off x="11412882" y="2286642"/>
            <a:ext cx="396849" cy="396849"/>
          </a:xfrm>
          <a:prstGeom prst="ellipse">
            <a:avLst/>
          </a:prstGeom>
          <a:solidFill>
            <a:srgbClr val="27AE6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buNone/>
            </a:pPr>
            <a:r>
              <a:rPr sz="1300" b="1" i="0">
                <a:solidFill>
                  <a:srgbClr val="FFFFFF"/>
                </a:solidFill>
                <a:latin typeface="Calibri"/>
                <a:ea typeface="Microsoft YaHei"/>
                <a:cs typeface="Microsoft YaHei"/>
              </a:rPr>
              <a:t>胡</a:t>
            </a:r>
          </a:p>
        </p:txBody>
      </p:sp>
      <p:sp>
        <p:nvSpPr>
          <p:cNvPr id="10" name="Rounded Rectangle 9"/>
          <p:cNvSpPr/>
          <p:nvPr/>
        </p:nvSpPr>
        <p:spPr>
          <a:xfrm>
            <a:off x="548640" y="3184144"/>
            <a:ext cx="5584952" cy="640080"/>
          </a:xfrm>
          <a:prstGeom prst="roundRect">
            <a:avLst/>
          </a:prstGeom>
          <a:solidFill>
            <a:srgbClr val="F4F5F7"/>
          </a:solidFill>
          <a:ln w="6350">
            <a:solidFill>
              <a:srgbClr val="6B7683"/>
            </a:solidFill>
          </a:ln>
          <a:effectLst/>
        </p:spPr>
        <p:style>
          <a:lnRef idx="1">
            <a:schemeClr val="accent1"/>
          </a:lnRef>
          <a:fillRef idx="3">
            <a:schemeClr val="accent1"/>
          </a:fillRef>
          <a:effectRef idx="2">
            <a:schemeClr val="accent1"/>
          </a:effectRef>
          <a:fontRef idx="minor">
            <a:schemeClr val="lt1"/>
          </a:fontRef>
        </p:style>
        <p:txBody>
          <a:bodyPr rtlCol="0" anchor="ctr" wrap="square" lIns="152400" tIns="63500" bIns="63500"/>
          <a:lstStyle/>
          <a:p>
            <a:pPr algn="l">
              <a:buNone/>
            </a:pPr>
            <a:r>
              <a:rPr sz="1300" b="1" i="0">
                <a:solidFill>
                  <a:srgbClr val="8E2B20"/>
                </a:solidFill>
                <a:latin typeface="Calibri"/>
                <a:ea typeface="Microsoft YaHei"/>
                <a:cs typeface="Microsoft YaHei"/>
              </a:rPr>
              <a:t>刘明: </a:t>
            </a:r>
            <a:r>
              <a:rPr sz="2200" b="1" i="0">
                <a:solidFill>
                  <a:srgbClr val="1F2933"/>
                </a:solidFill>
                <a:latin typeface="Calibri"/>
                <a:ea typeface="Microsoft YaHei"/>
                <a:cs typeface="Microsoft YaHei"/>
              </a:rPr>
              <a:t>大医院病人多，医生非常忙。</a:t>
            </a:r>
          </a:p>
        </p:txBody>
      </p:sp>
      <p:sp>
        <p:nvSpPr>
          <p:cNvPr id="11" name="Oval 10"/>
          <p:cNvSpPr/>
          <p:nvPr/>
        </p:nvSpPr>
        <p:spPr>
          <a:xfrm>
            <a:off x="381963" y="3073026"/>
            <a:ext cx="396849" cy="396849"/>
          </a:xfrm>
          <a:prstGeom prst="ellipse">
            <a:avLst/>
          </a:prstGeom>
          <a:solidFill>
            <a:srgbClr val="2980B9"/>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buNone/>
            </a:pPr>
            <a:r>
              <a:rPr sz="1300" b="1" i="0">
                <a:solidFill>
                  <a:srgbClr val="FFFFFF"/>
                </a:solidFill>
                <a:latin typeface="Calibri"/>
                <a:ea typeface="Microsoft YaHei"/>
                <a:cs typeface="Microsoft YaHei"/>
              </a:rPr>
              <a:t>刘</a:t>
            </a:r>
          </a:p>
        </p:txBody>
      </p:sp>
      <p:sp>
        <p:nvSpPr>
          <p:cNvPr id="12" name="Rounded Rectangle 11"/>
          <p:cNvSpPr/>
          <p:nvPr/>
        </p:nvSpPr>
        <p:spPr>
          <a:xfrm>
            <a:off x="4693615" y="3970528"/>
            <a:ext cx="6949440" cy="640080"/>
          </a:xfrm>
          <a:prstGeom prst="roundRect">
            <a:avLst/>
          </a:prstGeom>
          <a:solidFill>
            <a:srgbClr val="F7E4E1"/>
          </a:solidFill>
          <a:ln w="6350">
            <a:solidFill>
              <a:srgbClr val="8E2B20"/>
            </a:solidFill>
          </a:ln>
          <a:effectLst/>
        </p:spPr>
        <p:style>
          <a:lnRef idx="1">
            <a:schemeClr val="accent1"/>
          </a:lnRef>
          <a:fillRef idx="3">
            <a:schemeClr val="accent1"/>
          </a:fillRef>
          <a:effectRef idx="2">
            <a:schemeClr val="accent1"/>
          </a:effectRef>
          <a:fontRef idx="minor">
            <a:schemeClr val="lt1"/>
          </a:fontRef>
        </p:style>
        <p:txBody>
          <a:bodyPr rtlCol="0" anchor="ctr" wrap="square" lIns="152400" tIns="63500" bIns="63500"/>
          <a:lstStyle/>
          <a:p>
            <a:pPr algn="l">
              <a:buNone/>
            </a:pPr>
            <a:r>
              <a:rPr sz="1300" b="1" i="0">
                <a:solidFill>
                  <a:srgbClr val="8E2B20"/>
                </a:solidFill>
                <a:latin typeface="Calibri"/>
                <a:ea typeface="Microsoft YaHei"/>
                <a:cs typeface="Microsoft YaHei"/>
              </a:rPr>
              <a:t>胡医生: </a:t>
            </a:r>
            <a:r>
              <a:rPr sz="2200" b="1" i="0">
                <a:solidFill>
                  <a:srgbClr val="1F2933"/>
                </a:solidFill>
                <a:latin typeface="Calibri"/>
                <a:ea typeface="Microsoft YaHei"/>
                <a:cs typeface="Microsoft YaHei"/>
              </a:rPr>
              <a:t>是的。我爸爸也在医院工作，他也非常忙。</a:t>
            </a:r>
          </a:p>
        </p:txBody>
      </p:sp>
      <p:sp>
        <p:nvSpPr>
          <p:cNvPr id="13" name="Oval 12"/>
          <p:cNvSpPr/>
          <p:nvPr/>
        </p:nvSpPr>
        <p:spPr>
          <a:xfrm>
            <a:off x="11412882" y="3859410"/>
            <a:ext cx="396849" cy="396849"/>
          </a:xfrm>
          <a:prstGeom prst="ellipse">
            <a:avLst/>
          </a:prstGeom>
          <a:solidFill>
            <a:srgbClr val="27AE6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buNone/>
            </a:pPr>
            <a:r>
              <a:rPr sz="1300" b="1" i="0">
                <a:solidFill>
                  <a:srgbClr val="FFFFFF"/>
                </a:solidFill>
                <a:latin typeface="Calibri"/>
                <a:ea typeface="Microsoft YaHei"/>
                <a:cs typeface="Microsoft YaHei"/>
              </a:rPr>
              <a:t>胡</a:t>
            </a:r>
          </a:p>
        </p:txBody>
      </p:sp>
      <p:sp>
        <p:nvSpPr>
          <p:cNvPr id="14" name="Rounded Rectangle 13"/>
          <p:cNvSpPr/>
          <p:nvPr/>
        </p:nvSpPr>
        <p:spPr>
          <a:xfrm>
            <a:off x="548640" y="4756912"/>
            <a:ext cx="4020312" cy="640080"/>
          </a:xfrm>
          <a:prstGeom prst="roundRect">
            <a:avLst/>
          </a:prstGeom>
          <a:solidFill>
            <a:srgbClr val="F4F5F7"/>
          </a:solidFill>
          <a:ln w="6350">
            <a:solidFill>
              <a:srgbClr val="6B7683"/>
            </a:solidFill>
          </a:ln>
          <a:effectLst/>
        </p:spPr>
        <p:style>
          <a:lnRef idx="1">
            <a:schemeClr val="accent1"/>
          </a:lnRef>
          <a:fillRef idx="3">
            <a:schemeClr val="accent1"/>
          </a:fillRef>
          <a:effectRef idx="2">
            <a:schemeClr val="accent1"/>
          </a:effectRef>
          <a:fontRef idx="minor">
            <a:schemeClr val="lt1"/>
          </a:fontRef>
        </p:style>
        <p:txBody>
          <a:bodyPr rtlCol="0" anchor="ctr" wrap="square" lIns="152400" tIns="63500" bIns="63500"/>
          <a:lstStyle/>
          <a:p>
            <a:pPr algn="l">
              <a:buNone/>
            </a:pPr>
            <a:r>
              <a:rPr sz="1300" b="1" i="0">
                <a:solidFill>
                  <a:srgbClr val="8E2B20"/>
                </a:solidFill>
                <a:latin typeface="Calibri"/>
                <a:ea typeface="Microsoft YaHei"/>
                <a:cs typeface="Microsoft YaHei"/>
              </a:rPr>
              <a:t>刘明: </a:t>
            </a:r>
            <a:r>
              <a:rPr sz="2200" b="1" i="0">
                <a:solidFill>
                  <a:srgbClr val="1F2933"/>
                </a:solidFill>
                <a:latin typeface="Calibri"/>
                <a:ea typeface="Microsoft YaHei"/>
                <a:cs typeface="Microsoft YaHei"/>
              </a:rPr>
              <a:t>你家有两个医生？</a:t>
            </a:r>
          </a:p>
        </p:txBody>
      </p:sp>
      <p:sp>
        <p:nvSpPr>
          <p:cNvPr id="15" name="Oval 14"/>
          <p:cNvSpPr/>
          <p:nvPr/>
        </p:nvSpPr>
        <p:spPr>
          <a:xfrm>
            <a:off x="381963" y="4645794"/>
            <a:ext cx="396849" cy="396849"/>
          </a:xfrm>
          <a:prstGeom prst="ellipse">
            <a:avLst/>
          </a:prstGeom>
          <a:solidFill>
            <a:srgbClr val="2980B9"/>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buNone/>
            </a:pPr>
            <a:r>
              <a:rPr sz="1300" b="1" i="0">
                <a:solidFill>
                  <a:srgbClr val="FFFFFF"/>
                </a:solidFill>
                <a:latin typeface="Calibri"/>
                <a:ea typeface="Microsoft YaHei"/>
                <a:cs typeface="Microsoft YaHei"/>
              </a:rPr>
              <a:t>刘</a:t>
            </a:r>
          </a:p>
        </p:txBody>
      </p:sp>
      <p:sp>
        <p:nvSpPr>
          <p:cNvPr id="16" name="Rounded Rectangle 15"/>
          <p:cNvSpPr/>
          <p:nvPr/>
        </p:nvSpPr>
        <p:spPr>
          <a:xfrm>
            <a:off x="9315399" y="5543296"/>
            <a:ext cx="2327656" cy="640080"/>
          </a:xfrm>
          <a:prstGeom prst="roundRect">
            <a:avLst/>
          </a:prstGeom>
          <a:solidFill>
            <a:srgbClr val="F7E4E1"/>
          </a:solidFill>
          <a:ln w="6350">
            <a:solidFill>
              <a:srgbClr val="8E2B20"/>
            </a:solidFill>
          </a:ln>
          <a:effectLst/>
        </p:spPr>
        <p:style>
          <a:lnRef idx="1">
            <a:schemeClr val="accent1"/>
          </a:lnRef>
          <a:fillRef idx="3">
            <a:schemeClr val="accent1"/>
          </a:fillRef>
          <a:effectRef idx="2">
            <a:schemeClr val="accent1"/>
          </a:effectRef>
          <a:fontRef idx="minor">
            <a:schemeClr val="lt1"/>
          </a:fontRef>
        </p:style>
        <p:txBody>
          <a:bodyPr rtlCol="0" anchor="ctr" wrap="square" lIns="152400" tIns="63500" bIns="63500"/>
          <a:lstStyle/>
          <a:p>
            <a:pPr algn="l">
              <a:buNone/>
            </a:pPr>
            <a:r>
              <a:rPr sz="1300" b="1" i="0">
                <a:solidFill>
                  <a:srgbClr val="8E2B20"/>
                </a:solidFill>
                <a:latin typeface="Calibri"/>
                <a:ea typeface="Microsoft YaHei"/>
                <a:cs typeface="Microsoft YaHei"/>
              </a:rPr>
              <a:t>胡医生: </a:t>
            </a:r>
            <a:r>
              <a:rPr sz="2200" b="1" i="0">
                <a:solidFill>
                  <a:srgbClr val="1F2933"/>
                </a:solidFill>
                <a:latin typeface="Calibri"/>
                <a:ea typeface="Microsoft YaHei"/>
                <a:cs typeface="Microsoft YaHei"/>
              </a:rPr>
              <a:t>对。</a:t>
            </a:r>
          </a:p>
        </p:txBody>
      </p:sp>
      <p:sp>
        <p:nvSpPr>
          <p:cNvPr id="17" name="Oval 16"/>
          <p:cNvSpPr/>
          <p:nvPr/>
        </p:nvSpPr>
        <p:spPr>
          <a:xfrm>
            <a:off x="11412882" y="5432178"/>
            <a:ext cx="396849" cy="396849"/>
          </a:xfrm>
          <a:prstGeom prst="ellipse">
            <a:avLst/>
          </a:prstGeom>
          <a:solidFill>
            <a:srgbClr val="27AE6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buNone/>
            </a:pPr>
            <a:r>
              <a:rPr sz="1300" b="1" i="0">
                <a:solidFill>
                  <a:srgbClr val="FFFFFF"/>
                </a:solidFill>
                <a:latin typeface="Calibri"/>
                <a:ea typeface="Microsoft YaHei"/>
                <a:cs typeface="Microsoft YaHei"/>
              </a:rPr>
              <a:t>胡</a:t>
            </a:r>
          </a:p>
        </p:txBody>
      </p:sp>
      <p:pic>
        <p:nvPicPr>
          <p:cNvPr id="18" name="slide16.mp3">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11076127" y="320040"/>
            <a:ext cx="566928" cy="566928"/>
          </a:xfrm>
          <a:prstGeom prst="rect">
            <a:avLst/>
          </a:prstGeom>
          <a:ln>
            <a:noFill/>
          </a:ln>
        </p:spPr>
      </p:pic>
    </p:spTree>
  </p:cSld>
  <p:clrMapOvr>
    <a:masterClrMapping/>
  </p:clrMapOvr>
  <p:timing>
    <p:tnLst>
      <p:par>
        <p:cTn id="1" dur="indefinite" restart="never" nodeType="tmRoot">
          <p:childTnLst>
            <p:video>
              <p:cMediaNode vol="80000">
                <p:cTn id="2" fill="hold" display="0">
                  <p:stCondLst>
                    <p:cond delay="indefinite"/>
                  </p:stCondLst>
                </p:cTn>
                <p:tgtEl>
                  <p:spTgt spid="18"/>
                </p:tgtEl>
              </p:cMediaNode>
            </p:video>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37056"/>
          </a:xfrm>
          <a:prstGeom prst="rect">
            <a:avLst/>
          </a:prstGeom>
          <a:solidFill>
            <a:srgbClr val="8E2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46304"/>
            <a:ext cx="1371600" cy="384048"/>
          </a:xfrm>
          <a:prstGeom prst="roundRect">
            <a:avLst/>
          </a:prstGeom>
          <a:solidFill>
            <a:srgbClr val="5F160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25400" bIns="25400"/>
          <a:lstStyle/>
          <a:p>
            <a:pPr algn="ctr">
              <a:buNone/>
            </a:pPr>
            <a:r>
              <a:rPr sz="1600" b="1" i="0">
                <a:solidFill>
                  <a:srgbClr val="FFFFFF"/>
                </a:solidFill>
                <a:latin typeface="Calibri"/>
                <a:ea typeface="Microsoft YaHei"/>
                <a:cs typeface="Microsoft YaHei"/>
              </a:rPr>
              <a:t>语法 1/3</a:t>
            </a:r>
          </a:p>
        </p:txBody>
      </p:sp>
      <p:sp>
        <p:nvSpPr>
          <p:cNvPr id="5" name="TextBox 4"/>
          <p:cNvSpPr txBox="1"/>
          <p:nvPr/>
        </p:nvSpPr>
        <p:spPr>
          <a:xfrm>
            <a:off x="548640" y="566928"/>
            <a:ext cx="11094415" cy="642112"/>
          </a:xfrm>
          <a:prstGeom prst="rect">
            <a:avLst/>
          </a:prstGeom>
          <a:noFill/>
        </p:spPr>
        <p:txBody>
          <a:bodyPr wrap="square" anchor="ctr">
            <a:spAutoFit/>
          </a:bodyPr>
          <a:lstStyle/>
          <a:p>
            <a:pPr>
              <a:buNone/>
            </a:pPr>
            <a:r>
              <a:rPr sz="2700" b="1" i="0">
                <a:solidFill>
                  <a:srgbClr val="FFFFFF"/>
                </a:solidFill>
                <a:latin typeface="Calibri"/>
                <a:ea typeface="Microsoft YaHei"/>
                <a:cs typeface="Microsoft YaHei"/>
              </a:rPr>
              <a:t>介词「在」</a:t>
            </a:r>
          </a:p>
        </p:txBody>
      </p:sp>
      <p:sp>
        <p:nvSpPr>
          <p:cNvPr id="6" name="TextBox 5"/>
          <p:cNvSpPr txBox="1"/>
          <p:nvPr/>
        </p:nvSpPr>
        <p:spPr>
          <a:xfrm>
            <a:off x="548640" y="1611376"/>
            <a:ext cx="11094415" cy="4880864"/>
          </a:xfrm>
          <a:prstGeom prst="rect">
            <a:avLst/>
          </a:prstGeom>
          <a:noFill/>
        </p:spPr>
        <p:txBody>
          <a:bodyPr wrap="square" anchor="ctr">
            <a:spAutoFit/>
          </a:bodyPr>
          <a:lstStyle/>
          <a:p>
            <a:pPr>
              <a:buNone/>
            </a:pPr>
            <a:r>
              <a:rPr sz="2000" b="1" i="0">
                <a:solidFill>
                  <a:srgbClr val="8E2B20"/>
                </a:solidFill>
                <a:latin typeface="Calibri"/>
                <a:ea typeface="Microsoft YaHei"/>
                <a:cs typeface="Microsoft YaHei"/>
              </a:rPr>
              <a:t>在</a:t>
            </a:r>
            <a:r>
              <a:rPr sz="2000" b="1" i="0">
                <a:solidFill>
                  <a:srgbClr val="1F2933"/>
                </a:solidFill>
                <a:latin typeface="Calibri"/>
                <a:ea typeface="Microsoft YaHei"/>
                <a:cs typeface="Microsoft YaHei"/>
              </a:rPr>
              <a:t> + nơi chốn + động từ = ở [nơi chốn] làm [việc gì]</a:t>
            </a:r>
          </a:p>
          <a:p>
            <a:pPr>
              <a:spcBef>
                <a:spcPts val="2000"/>
              </a:spcBef>
              <a:buNone/>
            </a:pPr>
            <a:r>
              <a:rPr sz="2600" b="1" i="0">
                <a:solidFill>
                  <a:srgbClr val="1F2933"/>
                </a:solidFill>
                <a:latin typeface="Calibri"/>
                <a:ea typeface="Microsoft YaHei"/>
                <a:cs typeface="Microsoft YaHei"/>
              </a:rPr>
              <a:t>我们</a:t>
            </a:r>
            <a:r>
              <a:rPr sz="2600" b="1" i="0">
                <a:solidFill>
                  <a:srgbClr val="8E2B20"/>
                </a:solidFill>
                <a:latin typeface="Calibri"/>
                <a:ea typeface="Microsoft YaHei"/>
                <a:cs typeface="Microsoft YaHei"/>
              </a:rPr>
              <a:t>在</a:t>
            </a:r>
            <a:r>
              <a:rPr sz="2600" b="1" i="0">
                <a:solidFill>
                  <a:srgbClr val="1F2933"/>
                </a:solidFill>
                <a:latin typeface="Calibri"/>
                <a:ea typeface="Microsoft YaHei"/>
                <a:cs typeface="Microsoft YaHei"/>
              </a:rPr>
              <a:t>哪儿见呢？</a:t>
            </a:r>
          </a:p>
          <a:p>
            <a:pPr>
              <a:spcBef>
                <a:spcPts val="300"/>
              </a:spcBef>
              <a:buNone/>
            </a:pPr>
            <a:r>
              <a:rPr sz="1500" b="0" i="1">
                <a:solidFill>
                  <a:srgbClr val="8E2B20"/>
                </a:solidFill>
                <a:latin typeface="Calibri"/>
                <a:ea typeface="Microsoft YaHei"/>
                <a:cs typeface="Microsoft YaHei"/>
              </a:rPr>
              <a:t>Wǒmen zài nǎr jiàn ne?</a:t>
            </a:r>
          </a:p>
          <a:p>
            <a:pPr>
              <a:spcBef>
                <a:spcPts val="300"/>
              </a:spcBef>
              <a:buNone/>
            </a:pPr>
            <a:r>
              <a:rPr sz="1500" b="0" i="0">
                <a:solidFill>
                  <a:srgbClr val="6B7683"/>
                </a:solidFill>
                <a:latin typeface="Calibri"/>
                <a:ea typeface="Microsoft YaHei"/>
                <a:cs typeface="Microsoft YaHei"/>
              </a:rPr>
              <a:t>Chúng ta gặp nhau ở đâu nhỉ?</a:t>
            </a:r>
          </a:p>
          <a:p>
            <a:pPr>
              <a:spcBef>
                <a:spcPts val="2000"/>
              </a:spcBef>
              <a:buNone/>
            </a:pPr>
            <a:r>
              <a:rPr sz="2600" b="1" i="0">
                <a:solidFill>
                  <a:srgbClr val="1F2933"/>
                </a:solidFill>
                <a:latin typeface="Calibri"/>
                <a:ea typeface="Microsoft YaHei"/>
                <a:cs typeface="Microsoft YaHei"/>
              </a:rPr>
              <a:t>我</a:t>
            </a:r>
            <a:r>
              <a:rPr sz="2600" b="1" i="0">
                <a:solidFill>
                  <a:srgbClr val="8E2B20"/>
                </a:solidFill>
                <a:latin typeface="Calibri"/>
                <a:ea typeface="Microsoft YaHei"/>
                <a:cs typeface="Microsoft YaHei"/>
              </a:rPr>
              <a:t>在</a:t>
            </a:r>
            <a:r>
              <a:rPr sz="2600" b="1" i="0">
                <a:solidFill>
                  <a:srgbClr val="1F2933"/>
                </a:solidFill>
                <a:latin typeface="Calibri"/>
                <a:ea typeface="Microsoft YaHei"/>
                <a:cs typeface="Microsoft YaHei"/>
              </a:rPr>
              <a:t>学校吃午饭。</a:t>
            </a:r>
          </a:p>
          <a:p>
            <a:pPr>
              <a:spcBef>
                <a:spcPts val="300"/>
              </a:spcBef>
              <a:buNone/>
            </a:pPr>
            <a:r>
              <a:rPr sz="1500" b="0" i="1">
                <a:solidFill>
                  <a:srgbClr val="8E2B20"/>
                </a:solidFill>
                <a:latin typeface="Calibri"/>
                <a:ea typeface="Microsoft YaHei"/>
                <a:cs typeface="Microsoft YaHei"/>
              </a:rPr>
              <a:t>Wǒ zài xuéxiào chī wǔfàn.</a:t>
            </a:r>
          </a:p>
          <a:p>
            <a:pPr>
              <a:spcBef>
                <a:spcPts val="300"/>
              </a:spcBef>
              <a:buNone/>
            </a:pPr>
            <a:r>
              <a:rPr sz="1500" b="0" i="0">
                <a:solidFill>
                  <a:srgbClr val="6B7683"/>
                </a:solidFill>
                <a:latin typeface="Calibri"/>
                <a:ea typeface="Microsoft YaHei"/>
                <a:cs typeface="Microsoft YaHei"/>
              </a:rPr>
              <a:t>Tôi ăn cơm trưa ở trường.</a:t>
            </a:r>
          </a:p>
        </p:txBody>
      </p:sp>
      <p:pic>
        <p:nvPicPr>
          <p:cNvPr id="7" name="slide17.mp3">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11076127" y="320040"/>
            <a:ext cx="566928" cy="566928"/>
          </a:xfrm>
          <a:prstGeom prst="rect">
            <a:avLst/>
          </a:prstGeom>
          <a:ln>
            <a:noFill/>
          </a:ln>
        </p:spPr>
      </p:pic>
    </p:spTree>
  </p:cSld>
  <p:clrMapOvr>
    <a:masterClrMapping/>
  </p:clrMapOvr>
  <p:timing>
    <p:tnLst>
      <p:par>
        <p:cTn id="1" dur="indefinite" restart="never" nodeType="tmRoot">
          <p:childTnLst>
            <p:video>
              <p:cMediaNode vol="80000">
                <p:cTn id="2" fill="hold" display="0">
                  <p:stCondLst>
                    <p:cond delay="indefinite"/>
                  </p:stCondLst>
                </p:cTn>
                <p:tgtEl>
                  <p:spTgt spid="7"/>
                </p:tgtEl>
              </p:cMediaNode>
            </p:video>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37056"/>
          </a:xfrm>
          <a:prstGeom prst="rect">
            <a:avLst/>
          </a:prstGeom>
          <a:solidFill>
            <a:srgbClr val="8E2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46304"/>
            <a:ext cx="1371600" cy="384048"/>
          </a:xfrm>
          <a:prstGeom prst="roundRect">
            <a:avLst/>
          </a:prstGeom>
          <a:solidFill>
            <a:srgbClr val="5F160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25400" bIns="25400"/>
          <a:lstStyle/>
          <a:p>
            <a:pPr algn="ctr">
              <a:buNone/>
            </a:pPr>
            <a:r>
              <a:rPr sz="1600" b="1" i="0">
                <a:solidFill>
                  <a:srgbClr val="FFFFFF"/>
                </a:solidFill>
                <a:latin typeface="Calibri"/>
                <a:ea typeface="Microsoft YaHei"/>
                <a:cs typeface="Microsoft YaHei"/>
              </a:rPr>
              <a:t>语法 2/3</a:t>
            </a:r>
          </a:p>
        </p:txBody>
      </p:sp>
      <p:sp>
        <p:nvSpPr>
          <p:cNvPr id="5" name="TextBox 4"/>
          <p:cNvSpPr txBox="1"/>
          <p:nvPr/>
        </p:nvSpPr>
        <p:spPr>
          <a:xfrm>
            <a:off x="548640" y="566928"/>
            <a:ext cx="11094415" cy="642112"/>
          </a:xfrm>
          <a:prstGeom prst="rect">
            <a:avLst/>
          </a:prstGeom>
          <a:noFill/>
        </p:spPr>
        <p:txBody>
          <a:bodyPr wrap="square" anchor="ctr">
            <a:spAutoFit/>
          </a:bodyPr>
          <a:lstStyle/>
          <a:p>
            <a:pPr>
              <a:buNone/>
            </a:pPr>
            <a:r>
              <a:rPr sz="2700" b="1" i="0">
                <a:solidFill>
                  <a:srgbClr val="FFFFFF"/>
                </a:solidFill>
                <a:latin typeface="Calibri"/>
                <a:ea typeface="Microsoft YaHei"/>
                <a:cs typeface="Microsoft YaHei"/>
              </a:rPr>
              <a:t>能愿动词「能」</a:t>
            </a:r>
          </a:p>
        </p:txBody>
      </p:sp>
      <p:sp>
        <p:nvSpPr>
          <p:cNvPr id="6" name="TextBox 5"/>
          <p:cNvSpPr txBox="1"/>
          <p:nvPr/>
        </p:nvSpPr>
        <p:spPr>
          <a:xfrm>
            <a:off x="548640" y="1611376"/>
            <a:ext cx="11094415" cy="4880864"/>
          </a:xfrm>
          <a:prstGeom prst="rect">
            <a:avLst/>
          </a:prstGeom>
          <a:noFill/>
        </p:spPr>
        <p:txBody>
          <a:bodyPr wrap="square" anchor="ctr">
            <a:spAutoFit/>
          </a:bodyPr>
          <a:lstStyle/>
          <a:p>
            <a:pPr>
              <a:buNone/>
            </a:pPr>
            <a:r>
              <a:rPr sz="2000" b="1" i="0">
                <a:solidFill>
                  <a:srgbClr val="8E2B20"/>
                </a:solidFill>
                <a:latin typeface="Calibri"/>
                <a:ea typeface="Microsoft YaHei"/>
                <a:cs typeface="Microsoft YaHei"/>
              </a:rPr>
              <a:t>能</a:t>
            </a:r>
            <a:r>
              <a:rPr sz="2000" b="1" i="0">
                <a:solidFill>
                  <a:srgbClr val="1F2933"/>
                </a:solidFill>
                <a:latin typeface="Calibri"/>
                <a:ea typeface="Microsoft YaHei"/>
                <a:cs typeface="Microsoft YaHei"/>
              </a:rPr>
              <a:t> + động từ = có thể (khả năng/điều kiện làm được việc gì)</a:t>
            </a:r>
          </a:p>
          <a:p>
            <a:pPr>
              <a:spcBef>
                <a:spcPts val="2000"/>
              </a:spcBef>
              <a:buNone/>
            </a:pPr>
            <a:r>
              <a:rPr sz="2600" b="1" i="0">
                <a:solidFill>
                  <a:srgbClr val="1F2933"/>
                </a:solidFill>
                <a:latin typeface="Calibri"/>
                <a:ea typeface="Microsoft YaHei"/>
                <a:cs typeface="Microsoft YaHei"/>
              </a:rPr>
              <a:t>下午两点你</a:t>
            </a:r>
            <a:r>
              <a:rPr sz="2600" b="1" i="0">
                <a:solidFill>
                  <a:srgbClr val="8E2B20"/>
                </a:solidFill>
                <a:latin typeface="Calibri"/>
                <a:ea typeface="Microsoft YaHei"/>
                <a:cs typeface="Microsoft YaHei"/>
              </a:rPr>
              <a:t>能</a:t>
            </a:r>
            <a:r>
              <a:rPr sz="2600" b="1" i="0">
                <a:solidFill>
                  <a:srgbClr val="1F2933"/>
                </a:solidFill>
                <a:latin typeface="Calibri"/>
                <a:ea typeface="Microsoft YaHei"/>
                <a:cs typeface="Microsoft YaHei"/>
              </a:rPr>
              <a:t>到吗？</a:t>
            </a:r>
          </a:p>
          <a:p>
            <a:pPr>
              <a:spcBef>
                <a:spcPts val="300"/>
              </a:spcBef>
              <a:buNone/>
            </a:pPr>
            <a:r>
              <a:rPr sz="1500" b="0" i="1">
                <a:solidFill>
                  <a:srgbClr val="8E2B20"/>
                </a:solidFill>
                <a:latin typeface="Calibri"/>
                <a:ea typeface="Microsoft YaHei"/>
                <a:cs typeface="Microsoft YaHei"/>
              </a:rPr>
              <a:t>Xiàwǔ liǎng diǎn nǐ néng dào ma?</a:t>
            </a:r>
          </a:p>
          <a:p>
            <a:pPr>
              <a:spcBef>
                <a:spcPts val="300"/>
              </a:spcBef>
              <a:buNone/>
            </a:pPr>
            <a:r>
              <a:rPr sz="1500" b="0" i="0">
                <a:solidFill>
                  <a:srgbClr val="6B7683"/>
                </a:solidFill>
                <a:latin typeface="Calibri"/>
                <a:ea typeface="Microsoft YaHei"/>
                <a:cs typeface="Microsoft YaHei"/>
              </a:rPr>
              <a:t>Chiều 2 giờ bạn có đến được không?</a:t>
            </a:r>
          </a:p>
          <a:p>
            <a:pPr>
              <a:spcBef>
                <a:spcPts val="2000"/>
              </a:spcBef>
              <a:buNone/>
            </a:pPr>
            <a:r>
              <a:rPr sz="2600" b="1" i="0">
                <a:solidFill>
                  <a:srgbClr val="1F2933"/>
                </a:solidFill>
                <a:latin typeface="Calibri"/>
                <a:ea typeface="Microsoft YaHei"/>
                <a:cs typeface="Microsoft YaHei"/>
              </a:rPr>
              <a:t>我</a:t>
            </a:r>
            <a:r>
              <a:rPr sz="2600" b="1" i="0">
                <a:solidFill>
                  <a:srgbClr val="8E2B20"/>
                </a:solidFill>
                <a:latin typeface="Calibri"/>
                <a:ea typeface="Microsoft YaHei"/>
                <a:cs typeface="Microsoft YaHei"/>
              </a:rPr>
              <a:t>能</a:t>
            </a:r>
            <a:r>
              <a:rPr sz="2600" b="1" i="0">
                <a:solidFill>
                  <a:srgbClr val="1F2933"/>
                </a:solidFill>
                <a:latin typeface="Calibri"/>
                <a:ea typeface="Microsoft YaHei"/>
                <a:cs typeface="Microsoft YaHei"/>
              </a:rPr>
              <a:t>到。</a:t>
            </a:r>
          </a:p>
          <a:p>
            <a:pPr>
              <a:spcBef>
                <a:spcPts val="300"/>
              </a:spcBef>
              <a:buNone/>
            </a:pPr>
            <a:r>
              <a:rPr sz="1500" b="0" i="1">
                <a:solidFill>
                  <a:srgbClr val="8E2B20"/>
                </a:solidFill>
                <a:latin typeface="Calibri"/>
                <a:ea typeface="Microsoft YaHei"/>
                <a:cs typeface="Microsoft YaHei"/>
              </a:rPr>
              <a:t>Wǒ néng dào.</a:t>
            </a:r>
          </a:p>
          <a:p>
            <a:pPr>
              <a:spcBef>
                <a:spcPts val="300"/>
              </a:spcBef>
              <a:buNone/>
            </a:pPr>
            <a:r>
              <a:rPr sz="1500" b="0" i="0">
                <a:solidFill>
                  <a:srgbClr val="6B7683"/>
                </a:solidFill>
                <a:latin typeface="Calibri"/>
                <a:ea typeface="Microsoft YaHei"/>
                <a:cs typeface="Microsoft YaHei"/>
              </a:rPr>
              <a:t>Tôi đến được.</a:t>
            </a:r>
          </a:p>
        </p:txBody>
      </p:sp>
      <p:pic>
        <p:nvPicPr>
          <p:cNvPr id="7" name="slide18.mp3">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11076127" y="320040"/>
            <a:ext cx="566928" cy="566928"/>
          </a:xfrm>
          <a:prstGeom prst="rect">
            <a:avLst/>
          </a:prstGeom>
          <a:ln>
            <a:noFill/>
          </a:ln>
        </p:spPr>
      </p:pic>
    </p:spTree>
  </p:cSld>
  <p:clrMapOvr>
    <a:masterClrMapping/>
  </p:clrMapOvr>
  <p:timing>
    <p:tnLst>
      <p:par>
        <p:cTn id="1" dur="indefinite" restart="never" nodeType="tmRoot">
          <p:childTnLst>
            <p:video>
              <p:cMediaNode vol="80000">
                <p:cTn id="2" fill="hold" display="0">
                  <p:stCondLst>
                    <p:cond delay="indefinite"/>
                  </p:stCondLst>
                </p:cTn>
                <p:tgtEl>
                  <p:spTgt spid="7"/>
                </p:tgtEl>
              </p:cMediaNode>
            </p:video>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775968"/>
          </a:xfrm>
          <a:prstGeom prst="rect">
            <a:avLst/>
          </a:prstGeom>
          <a:solidFill>
            <a:srgbClr val="8E2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46304"/>
            <a:ext cx="2094341" cy="384048"/>
          </a:xfrm>
          <a:prstGeom prst="roundRect">
            <a:avLst/>
          </a:prstGeom>
          <a:solidFill>
            <a:srgbClr val="5F160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25400" bIns="25400"/>
          <a:lstStyle/>
          <a:p>
            <a:pPr algn="ctr">
              <a:buNone/>
            </a:pPr>
            <a:r>
              <a:rPr sz="1600" b="1" i="0">
                <a:solidFill>
                  <a:srgbClr val="FFFFFF"/>
                </a:solidFill>
                <a:latin typeface="Calibri"/>
                <a:ea typeface="Microsoft YaHei"/>
                <a:cs typeface="Microsoft YaHei"/>
              </a:rPr>
              <a:t>语法 3/3 · 拓展</a:t>
            </a:r>
          </a:p>
        </p:txBody>
      </p:sp>
      <p:sp>
        <p:nvSpPr>
          <p:cNvPr id="5" name="TextBox 4"/>
          <p:cNvSpPr txBox="1"/>
          <p:nvPr/>
        </p:nvSpPr>
        <p:spPr>
          <a:xfrm>
            <a:off x="548640" y="566928"/>
            <a:ext cx="11094415" cy="1081024"/>
          </a:xfrm>
          <a:prstGeom prst="rect">
            <a:avLst/>
          </a:prstGeom>
          <a:noFill/>
        </p:spPr>
        <p:txBody>
          <a:bodyPr wrap="square" anchor="ctr">
            <a:spAutoFit/>
          </a:bodyPr>
          <a:lstStyle/>
          <a:p>
            <a:pPr>
              <a:buNone/>
            </a:pPr>
            <a:r>
              <a:rPr sz="2700" b="1" i="0">
                <a:solidFill>
                  <a:srgbClr val="FFFFFF"/>
                </a:solidFill>
                <a:latin typeface="Calibri"/>
                <a:ea typeface="Microsoft YaHei"/>
                <a:cs typeface="Microsoft YaHei"/>
              </a:rPr>
              <a:t>会 / 想 / 能 — Đừng nhầm 3 từ 'có thể'</a:t>
            </a:r>
          </a:p>
        </p:txBody>
      </p:sp>
      <p:graphicFrame>
        <p:nvGraphicFramePr>
          <p:cNvPr id="6" name="Table 5"/>
          <p:cNvGraphicFramePr>
            <a:graphicFrameLocks noGrp="1"/>
          </p:cNvGraphicFramePr>
          <p:nvPr/>
        </p:nvGraphicFramePr>
        <p:xfrm>
          <a:off x="548640" y="2771648"/>
          <a:ext cx="11094414" cy="2999232"/>
        </p:xfrm>
        <a:graphic>
          <a:graphicData uri="http://schemas.openxmlformats.org/drawingml/2006/table">
            <a:tbl>
              <a:tblPr firstRow="1" bandRow="1">
                <a:tableStyleId>{5C22544A-7EE6-4342-B048-85BDC9FD1C3A}</a:tableStyleId>
              </a:tblPr>
              <a:tblGrid>
                <a:gridCol w="832081"/>
                <a:gridCol w="6934009"/>
                <a:gridCol w="3328324"/>
              </a:tblGrid>
              <a:tr h="749808">
                <a:tc>
                  <a:txBody>
                    <a:bodyPr wrap="square"/>
                    <a:lstStyle/>
                    <a:p>
                      <a:pPr algn="ctr">
                        <a:buNone/>
                      </a:pPr>
                      <a:r>
                        <a:rPr sz="1500" b="1" i="0">
                          <a:solidFill>
                            <a:srgbClr val="FFFFFF"/>
                          </a:solidFill>
                          <a:latin typeface="Calibri"/>
                          <a:ea typeface="Microsoft YaHei"/>
                          <a:cs typeface="Microsoft YaHei"/>
                        </a:rPr>
                        <a:t>Từ</a:t>
                      </a:r>
                    </a:p>
                  </a:txBody>
                  <a:tcPr anchor="ctr" marL="127000" marR="101600" marT="38100" marB="38100">
                    <a:solidFill>
                      <a:srgbClr val="8E2B20"/>
                    </a:solidFill>
                  </a:tcPr>
                </a:tc>
                <a:tc>
                  <a:txBody>
                    <a:bodyPr wrap="square"/>
                    <a:lstStyle/>
                    <a:p>
                      <a:pPr algn="ctr">
                        <a:buNone/>
                      </a:pPr>
                      <a:r>
                        <a:rPr sz="1500" b="1" i="0">
                          <a:solidFill>
                            <a:srgbClr val="FFFFFF"/>
                          </a:solidFill>
                          <a:latin typeface="Calibri"/>
                          <a:ea typeface="Microsoft YaHei"/>
                          <a:cs typeface="Microsoft YaHei"/>
                        </a:rPr>
                        <a:t>Nghĩa</a:t>
                      </a:r>
                    </a:p>
                  </a:txBody>
                  <a:tcPr anchor="ctr" marL="127000" marR="101600" marT="38100" marB="38100">
                    <a:solidFill>
                      <a:srgbClr val="8E2B20"/>
                    </a:solidFill>
                  </a:tcPr>
                </a:tc>
                <a:tc>
                  <a:txBody>
                    <a:bodyPr wrap="square"/>
                    <a:lstStyle/>
                    <a:p>
                      <a:pPr algn="ctr">
                        <a:buNone/>
                      </a:pPr>
                      <a:r>
                        <a:rPr sz="1500" b="1" i="0">
                          <a:solidFill>
                            <a:srgbClr val="FFFFFF"/>
                          </a:solidFill>
                          <a:latin typeface="Calibri"/>
                          <a:ea typeface="Microsoft YaHei"/>
                          <a:cs typeface="Microsoft YaHei"/>
                        </a:rPr>
                        <a:t>Ví dụ</a:t>
                      </a:r>
                    </a:p>
                  </a:txBody>
                  <a:tcPr anchor="ctr" marL="127000" marR="101600" marT="38100" marB="38100">
                    <a:solidFill>
                      <a:srgbClr val="8E2B20"/>
                    </a:solidFill>
                  </a:tcPr>
                </a:tc>
              </a:tr>
              <a:tr h="749808">
                <a:tc>
                  <a:txBody>
                    <a:bodyPr wrap="square"/>
                    <a:lstStyle/>
                    <a:p>
                      <a:pPr algn="l">
                        <a:buNone/>
                      </a:pPr>
                      <a:r>
                        <a:rPr sz="1500" b="1" i="0">
                          <a:solidFill>
                            <a:srgbClr val="1F2933"/>
                          </a:solidFill>
                          <a:latin typeface="Calibri"/>
                          <a:ea typeface="Microsoft YaHei"/>
                          <a:cs typeface="Microsoft YaHei"/>
                        </a:rPr>
                        <a:t>会</a:t>
                      </a:r>
                    </a:p>
                  </a:txBody>
                  <a:tcPr anchor="ctr" marL="127000" marR="101600" marT="38100" marB="38100">
                    <a:solidFill>
                      <a:srgbClr val="FFFFFF"/>
                    </a:solidFill>
                  </a:tcPr>
                </a:tc>
                <a:tc>
                  <a:txBody>
                    <a:bodyPr wrap="square"/>
                    <a:lstStyle/>
                    <a:p>
                      <a:pPr algn="l">
                        <a:buNone/>
                      </a:pPr>
                      <a:r>
                        <a:rPr sz="1500" b="0" i="0">
                          <a:solidFill>
                            <a:srgbClr val="1F2933"/>
                          </a:solidFill>
                          <a:latin typeface="Calibri"/>
                          <a:ea typeface="Microsoft YaHei"/>
                          <a:cs typeface="Microsoft YaHei"/>
                        </a:rPr>
                        <a:t>biết làm — kỹ năng đã HỌC mới có</a:t>
                      </a:r>
                    </a:p>
                  </a:txBody>
                  <a:tcPr anchor="ctr" marL="127000" marR="101600" marT="38100" marB="38100">
                    <a:solidFill>
                      <a:srgbClr val="FFFFFF"/>
                    </a:solidFill>
                  </a:tcPr>
                </a:tc>
                <a:tc>
                  <a:txBody>
                    <a:bodyPr wrap="square"/>
                    <a:lstStyle/>
                    <a:p>
                      <a:pPr algn="l">
                        <a:buNone/>
                      </a:pPr>
                      <a:r>
                        <a:rPr sz="1500" b="0" i="0">
                          <a:solidFill>
                            <a:srgbClr val="1F2933"/>
                          </a:solidFill>
                          <a:latin typeface="Calibri"/>
                          <a:ea typeface="Microsoft YaHei"/>
                          <a:cs typeface="Microsoft YaHei"/>
                        </a:rPr>
                        <a:t>我会说汉语。</a:t>
                      </a:r>
                    </a:p>
                  </a:txBody>
                  <a:tcPr anchor="ctr" marL="127000" marR="101600" marT="38100" marB="38100">
                    <a:solidFill>
                      <a:srgbClr val="FFFFFF"/>
                    </a:solidFill>
                  </a:tcPr>
                </a:tc>
              </a:tr>
              <a:tr h="749808">
                <a:tc>
                  <a:txBody>
                    <a:bodyPr wrap="square"/>
                    <a:lstStyle/>
                    <a:p>
                      <a:pPr algn="l">
                        <a:buNone/>
                      </a:pPr>
                      <a:r>
                        <a:rPr sz="1500" b="1" i="0">
                          <a:solidFill>
                            <a:srgbClr val="1F2933"/>
                          </a:solidFill>
                          <a:latin typeface="Calibri"/>
                          <a:ea typeface="Microsoft YaHei"/>
                          <a:cs typeface="Microsoft YaHei"/>
                        </a:rPr>
                        <a:t>想</a:t>
                      </a:r>
                    </a:p>
                  </a:txBody>
                  <a:tcPr anchor="ctr" marL="127000" marR="101600" marT="38100" marB="38100">
                    <a:solidFill>
                      <a:srgbClr val="F4F5F7"/>
                    </a:solidFill>
                  </a:tcPr>
                </a:tc>
                <a:tc>
                  <a:txBody>
                    <a:bodyPr wrap="square"/>
                    <a:lstStyle/>
                    <a:p>
                      <a:pPr algn="l">
                        <a:buNone/>
                      </a:pPr>
                      <a:r>
                        <a:rPr sz="1500" b="0" i="0">
                          <a:solidFill>
                            <a:srgbClr val="1F2933"/>
                          </a:solidFill>
                          <a:latin typeface="Calibri"/>
                          <a:ea typeface="Microsoft YaHei"/>
                          <a:cs typeface="Microsoft YaHei"/>
                        </a:rPr>
                        <a:t>muốn làm — mong muốn trong đầu</a:t>
                      </a:r>
                    </a:p>
                  </a:txBody>
                  <a:tcPr anchor="ctr" marL="127000" marR="101600" marT="38100" marB="38100">
                    <a:solidFill>
                      <a:srgbClr val="F4F5F7"/>
                    </a:solidFill>
                  </a:tcPr>
                </a:tc>
                <a:tc>
                  <a:txBody>
                    <a:bodyPr wrap="square"/>
                    <a:lstStyle/>
                    <a:p>
                      <a:pPr algn="l">
                        <a:buNone/>
                      </a:pPr>
                      <a:r>
                        <a:rPr sz="1500" b="0" i="0">
                          <a:solidFill>
                            <a:srgbClr val="1F2933"/>
                          </a:solidFill>
                          <a:latin typeface="Calibri"/>
                          <a:ea typeface="Microsoft YaHei"/>
                          <a:cs typeface="Microsoft YaHei"/>
                        </a:rPr>
                        <a:t>我想去公园玩儿。</a:t>
                      </a:r>
                    </a:p>
                  </a:txBody>
                  <a:tcPr anchor="ctr" marL="127000" marR="101600" marT="38100" marB="38100">
                    <a:solidFill>
                      <a:srgbClr val="F4F5F7"/>
                    </a:solidFill>
                  </a:tcPr>
                </a:tc>
              </a:tr>
              <a:tr h="749808">
                <a:tc>
                  <a:txBody>
                    <a:bodyPr wrap="square"/>
                    <a:lstStyle/>
                    <a:p>
                      <a:pPr algn="l">
                        <a:buNone/>
                      </a:pPr>
                      <a:r>
                        <a:rPr sz="1500" b="1" i="0">
                          <a:solidFill>
                            <a:srgbClr val="1F2933"/>
                          </a:solidFill>
                          <a:latin typeface="Calibri"/>
                          <a:ea typeface="Microsoft YaHei"/>
                          <a:cs typeface="Microsoft YaHei"/>
                        </a:rPr>
                        <a:t>能</a:t>
                      </a:r>
                    </a:p>
                  </a:txBody>
                  <a:tcPr anchor="ctr" marL="127000" marR="101600" marT="38100" marB="38100">
                    <a:solidFill>
                      <a:srgbClr val="FFFFFF"/>
                    </a:solidFill>
                  </a:tcPr>
                </a:tc>
                <a:tc>
                  <a:txBody>
                    <a:bodyPr wrap="square"/>
                    <a:lstStyle/>
                    <a:p>
                      <a:pPr algn="l">
                        <a:buNone/>
                      </a:pPr>
                      <a:r>
                        <a:rPr sz="1500" b="0" i="0">
                          <a:solidFill>
                            <a:srgbClr val="1F2933"/>
                          </a:solidFill>
                          <a:latin typeface="Calibri"/>
                          <a:ea typeface="Microsoft YaHei"/>
                          <a:cs typeface="Microsoft YaHei"/>
                        </a:rPr>
                        <a:t>có thể / được phép — khả năng, điều kiện</a:t>
                      </a:r>
                    </a:p>
                  </a:txBody>
                  <a:tcPr anchor="ctr" marL="127000" marR="101600" marT="38100" marB="38100">
                    <a:solidFill>
                      <a:srgbClr val="FFFFFF"/>
                    </a:solidFill>
                  </a:tcPr>
                </a:tc>
                <a:tc>
                  <a:txBody>
                    <a:bodyPr wrap="square"/>
                    <a:lstStyle/>
                    <a:p>
                      <a:pPr algn="l">
                        <a:buNone/>
                      </a:pPr>
                      <a:r>
                        <a:rPr sz="1500" b="0" i="0">
                          <a:solidFill>
                            <a:srgbClr val="1F2933"/>
                          </a:solidFill>
                          <a:latin typeface="Calibri"/>
                          <a:ea typeface="Microsoft YaHei"/>
                          <a:cs typeface="Microsoft YaHei"/>
                        </a:rPr>
                        <a:t>你能到吗？</a:t>
                      </a:r>
                    </a:p>
                  </a:txBody>
                  <a:tcPr anchor="ctr" marL="127000" marR="101600" marT="38100" marB="38100">
                    <a:solidFill>
                      <a:srgbClr val="FFFFFF"/>
                    </a:solidFill>
                  </a:tcPr>
                </a:tc>
              </a:tr>
            </a:tbl>
          </a:graphicData>
        </a:graphic>
      </p:graphicFrame>
      <p:pic>
        <p:nvPicPr>
          <p:cNvPr id="7" name="slide19.mp3">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11076127" y="320040"/>
            <a:ext cx="566928" cy="566928"/>
          </a:xfrm>
          <a:prstGeom prst="rect">
            <a:avLst/>
          </a:prstGeom>
          <a:ln>
            <a:noFill/>
          </a:ln>
        </p:spPr>
      </p:pic>
      <p:sp>
        <p:nvSpPr>
          <p:cNvPr id="8" name="TextBox 7"/>
          <p:cNvSpPr txBox="1"/>
          <p:nvPr/>
        </p:nvSpPr>
        <p:spPr>
          <a:xfrm>
            <a:off x="548640" y="6492240"/>
            <a:ext cx="11094415" cy="274320"/>
          </a:xfrm>
          <a:prstGeom prst="rect">
            <a:avLst/>
          </a:prstGeom>
          <a:noFill/>
        </p:spPr>
        <p:txBody>
          <a:bodyPr wrap="square" anchor="ctr">
            <a:spAutoFit/>
          </a:bodyPr>
          <a:lstStyle/>
          <a:p>
            <a:pPr>
              <a:buNone/>
            </a:pPr>
            <a:r>
              <a:rPr sz="1100" b="0" i="1">
                <a:solidFill>
                  <a:srgbClr val="6B7683"/>
                </a:solidFill>
                <a:latin typeface="Calibri"/>
                <a:ea typeface="Microsoft YaHei"/>
                <a:cs typeface="Microsoft YaHei"/>
              </a:rPr>
              <a:t>📖 Tiếng Việt chỉ có 1 từ 'có thể' nên rất dễ gộp cả 3 — tiếng Trung phải chọn đúng từ theo tình huống.</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7"/>
                </p:tgtEl>
              </p:cMediaNode>
            </p:video>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37056"/>
          </a:xfrm>
          <a:prstGeom prst="rect">
            <a:avLst/>
          </a:prstGeom>
          <a:solidFill>
            <a:srgbClr val="8E2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46304"/>
            <a:ext cx="1371600" cy="384048"/>
          </a:xfrm>
          <a:prstGeom prst="roundRect">
            <a:avLst/>
          </a:prstGeom>
          <a:solidFill>
            <a:srgbClr val="5F160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25400" bIns="25400"/>
          <a:lstStyle/>
          <a:p>
            <a:pPr algn="ctr">
              <a:buNone/>
            </a:pPr>
            <a:r>
              <a:rPr sz="1600" b="1" i="0">
                <a:solidFill>
                  <a:srgbClr val="FFFFFF"/>
                </a:solidFill>
                <a:latin typeface="Calibri"/>
                <a:ea typeface="Microsoft YaHei"/>
                <a:cs typeface="Microsoft YaHei"/>
              </a:rPr>
              <a:t>应用</a:t>
            </a:r>
          </a:p>
        </p:txBody>
      </p:sp>
      <p:sp>
        <p:nvSpPr>
          <p:cNvPr id="5" name="TextBox 4"/>
          <p:cNvSpPr txBox="1"/>
          <p:nvPr/>
        </p:nvSpPr>
        <p:spPr>
          <a:xfrm>
            <a:off x="548640" y="566928"/>
            <a:ext cx="11094415" cy="642112"/>
          </a:xfrm>
          <a:prstGeom prst="rect">
            <a:avLst/>
          </a:prstGeom>
          <a:noFill/>
        </p:spPr>
        <p:txBody>
          <a:bodyPr wrap="square" anchor="ctr">
            <a:spAutoFit/>
          </a:bodyPr>
          <a:lstStyle/>
          <a:p>
            <a:pPr>
              <a:buNone/>
            </a:pPr>
            <a:r>
              <a:rPr sz="2700" b="1" i="0">
                <a:solidFill>
                  <a:srgbClr val="FFFFFF"/>
                </a:solidFill>
                <a:latin typeface="Calibri"/>
                <a:ea typeface="Microsoft YaHei"/>
                <a:cs typeface="Microsoft YaHei"/>
              </a:rPr>
              <a:t>我的一家人</a:t>
            </a:r>
          </a:p>
        </p:txBody>
      </p:sp>
      <p:sp>
        <p:nvSpPr>
          <p:cNvPr id="6" name="TextBox 5"/>
          <p:cNvSpPr txBox="1"/>
          <p:nvPr/>
        </p:nvSpPr>
        <p:spPr>
          <a:xfrm>
            <a:off x="548640" y="1611376"/>
            <a:ext cx="11094415" cy="4880864"/>
          </a:xfrm>
          <a:prstGeom prst="rect">
            <a:avLst/>
          </a:prstGeom>
          <a:noFill/>
        </p:spPr>
        <p:txBody>
          <a:bodyPr wrap="square" anchor="ctr">
            <a:spAutoFit/>
          </a:bodyPr>
          <a:lstStyle/>
          <a:p>
            <a:pPr>
              <a:buNone/>
            </a:pPr>
            <a:r>
              <a:rPr sz="2000" b="1" i="0">
                <a:solidFill>
                  <a:srgbClr val="8E2B20"/>
                </a:solidFill>
                <a:latin typeface="Calibri"/>
                <a:ea typeface="Microsoft YaHei"/>
                <a:cs typeface="Microsoft YaHei"/>
              </a:rPr>
              <a:t>① </a:t>
            </a:r>
            <a:r>
              <a:rPr sz="2000" b="1" i="0">
                <a:solidFill>
                  <a:srgbClr val="1F2933"/>
                </a:solidFill>
                <a:latin typeface="Calibri"/>
                <a:ea typeface="Microsoft YaHei"/>
                <a:cs typeface="Microsoft YaHei"/>
              </a:rPr>
              <a:t>房间外有爸爸、妈妈、姐姐和我，还有一只小猫，很漂亮。</a:t>
            </a:r>
          </a:p>
          <a:p>
            <a:pPr>
              <a:spcBef>
                <a:spcPts val="100"/>
              </a:spcBef>
              <a:buNone/>
            </a:pPr>
            <a:r>
              <a:rPr sz="1300" b="0" i="1">
                <a:solidFill>
                  <a:srgbClr val="8E2B20"/>
                </a:solidFill>
                <a:latin typeface="Calibri"/>
                <a:ea typeface="Microsoft YaHei"/>
                <a:cs typeface="Microsoft YaHei"/>
              </a:rPr>
              <a:t>Fángjiān wài yǒu bàba, māma, jiějie hé wǒ, hái yǒu yì zhī xiǎo māo, hěn piàoliang.</a:t>
            </a:r>
          </a:p>
          <a:p>
            <a:pPr>
              <a:spcBef>
                <a:spcPts val="100"/>
              </a:spcBef>
              <a:buNone/>
            </a:pPr>
            <a:r>
              <a:rPr sz="1300" b="0" i="0">
                <a:solidFill>
                  <a:srgbClr val="6B7683"/>
                </a:solidFill>
                <a:latin typeface="Calibri"/>
                <a:ea typeface="Microsoft YaHei"/>
                <a:cs typeface="Microsoft YaHei"/>
              </a:rPr>
              <a:t>Ngoài phòng có bố, mẹ, chị gái và tôi, còn có một con mèo nhỏ, rất đẹp.</a:t>
            </a:r>
          </a:p>
          <a:p>
            <a:pPr>
              <a:spcBef>
                <a:spcPts val="1400"/>
              </a:spcBef>
              <a:buNone/>
            </a:pPr>
            <a:r>
              <a:rPr sz="2000" b="1" i="0">
                <a:solidFill>
                  <a:srgbClr val="8E2B20"/>
                </a:solidFill>
                <a:latin typeface="Calibri"/>
                <a:ea typeface="Microsoft YaHei"/>
                <a:cs typeface="Microsoft YaHei"/>
              </a:rPr>
              <a:t>② </a:t>
            </a:r>
            <a:r>
              <a:rPr sz="2000" b="1" i="0">
                <a:solidFill>
                  <a:srgbClr val="1F2933"/>
                </a:solidFill>
                <a:latin typeface="Calibri"/>
                <a:ea typeface="Microsoft YaHei"/>
                <a:cs typeface="Microsoft YaHei"/>
              </a:rPr>
              <a:t>猫没在桌子上，在桌子下呢。</a:t>
            </a:r>
          </a:p>
          <a:p>
            <a:pPr>
              <a:spcBef>
                <a:spcPts val="100"/>
              </a:spcBef>
              <a:buNone/>
            </a:pPr>
            <a:r>
              <a:rPr sz="1300" b="0" i="1">
                <a:solidFill>
                  <a:srgbClr val="8E2B20"/>
                </a:solidFill>
                <a:latin typeface="Calibri"/>
                <a:ea typeface="Microsoft YaHei"/>
                <a:cs typeface="Microsoft YaHei"/>
              </a:rPr>
              <a:t>Māo méi zài zhuōzi shang, zài zhuōzi xià ne.</a:t>
            </a:r>
          </a:p>
          <a:p>
            <a:pPr>
              <a:spcBef>
                <a:spcPts val="100"/>
              </a:spcBef>
              <a:buNone/>
            </a:pPr>
            <a:r>
              <a:rPr sz="1300" b="0" i="0">
                <a:solidFill>
                  <a:srgbClr val="6B7683"/>
                </a:solidFill>
                <a:latin typeface="Calibri"/>
                <a:ea typeface="Microsoft YaHei"/>
                <a:cs typeface="Microsoft YaHei"/>
              </a:rPr>
              <a:t>Mèo không ở trên bàn, mà ở dưới bàn đấy.</a:t>
            </a:r>
          </a:p>
          <a:p>
            <a:pPr>
              <a:spcBef>
                <a:spcPts val="1400"/>
              </a:spcBef>
              <a:buNone/>
            </a:pPr>
            <a:r>
              <a:rPr sz="2000" b="1" i="0">
                <a:solidFill>
                  <a:srgbClr val="8E2B20"/>
                </a:solidFill>
                <a:latin typeface="Calibri"/>
                <a:ea typeface="Microsoft YaHei"/>
                <a:cs typeface="Microsoft YaHei"/>
              </a:rPr>
              <a:t>③ </a:t>
            </a:r>
            <a:r>
              <a:rPr sz="2000" b="1" i="0">
                <a:solidFill>
                  <a:srgbClr val="1F2933"/>
                </a:solidFill>
                <a:latin typeface="Calibri"/>
                <a:ea typeface="Microsoft YaHei"/>
                <a:cs typeface="Microsoft YaHei"/>
              </a:rPr>
              <a:t>妈妈坐在沙发上打电话，姐姐想去公园玩儿，我在吃饭，还能再吃一碗，爸爸想去看足球。</a:t>
            </a:r>
          </a:p>
          <a:p>
            <a:pPr>
              <a:spcBef>
                <a:spcPts val="100"/>
              </a:spcBef>
              <a:buNone/>
            </a:pPr>
            <a:r>
              <a:rPr sz="1300" b="0" i="1">
                <a:solidFill>
                  <a:srgbClr val="8E2B20"/>
                </a:solidFill>
                <a:latin typeface="Calibri"/>
                <a:ea typeface="Microsoft YaHei"/>
                <a:cs typeface="Microsoft YaHei"/>
              </a:rPr>
              <a:t>Māma zuò zài shāfā shang dǎ diànhuà, jiějie xiǎng qù gōngyuán wánr, wǒ zài chīfàn, hái néng zài chī yì wǎn, bàba xiǎng qù kàn zúqiú.</a:t>
            </a:r>
          </a:p>
          <a:p>
            <a:pPr>
              <a:spcBef>
                <a:spcPts val="100"/>
              </a:spcBef>
              <a:buNone/>
            </a:pPr>
            <a:r>
              <a:rPr sz="1300" b="0" i="0">
                <a:solidFill>
                  <a:srgbClr val="6B7683"/>
                </a:solidFill>
                <a:latin typeface="Calibri"/>
                <a:ea typeface="Microsoft YaHei"/>
                <a:cs typeface="Microsoft YaHei"/>
              </a:rPr>
              <a:t>Mẹ ngồi trên sofa nghe điện thoại, chị gái muốn đi công viên chơi, tôi thì đang ăn cơm, còn ăn thêm được một bát nữa, bố thì muốn đi xem bóng đá.</a:t>
            </a:r>
          </a:p>
        </p:txBody>
      </p:sp>
      <p:pic>
        <p:nvPicPr>
          <p:cNvPr id="7" name="slide20.mp3">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11076127" y="320040"/>
            <a:ext cx="566928" cy="566928"/>
          </a:xfrm>
          <a:prstGeom prst="rect">
            <a:avLst/>
          </a:prstGeom>
          <a:ln>
            <a:noFill/>
          </a:ln>
        </p:spPr>
      </p:pic>
    </p:spTree>
  </p:cSld>
  <p:clrMapOvr>
    <a:masterClrMapping/>
  </p:clrMapOvr>
  <p:timing>
    <p:tnLst>
      <p:par>
        <p:cTn id="1" dur="indefinite" restart="never" nodeType="tmRoot">
          <p:childTnLst>
            <p:video>
              <p:cMediaNode vol="80000">
                <p:cTn id="2" fill="hold" display="0">
                  <p:stCondLst>
                    <p:cond delay="indefinite"/>
                  </p:stCondLst>
                </p:cTn>
                <p:tgtEl>
                  <p:spTgt spid="7"/>
                </p:tgtEl>
              </p:cMediaNode>
            </p:video>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37056"/>
          </a:xfrm>
          <a:prstGeom prst="rect">
            <a:avLst/>
          </a:prstGeom>
          <a:solidFill>
            <a:srgbClr val="8E2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46304"/>
            <a:ext cx="1371600" cy="384048"/>
          </a:xfrm>
          <a:prstGeom prst="roundRect">
            <a:avLst/>
          </a:prstGeom>
          <a:solidFill>
            <a:srgbClr val="5F160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25400" bIns="25400"/>
          <a:lstStyle/>
          <a:p>
            <a:pPr algn="ctr">
              <a:buNone/>
            </a:pPr>
            <a:r>
              <a:rPr sz="1600" b="1" i="0">
                <a:solidFill>
                  <a:srgbClr val="FFFFFF"/>
                </a:solidFill>
                <a:latin typeface="Calibri"/>
                <a:ea typeface="Microsoft YaHei"/>
                <a:cs typeface="Microsoft YaHei"/>
              </a:rPr>
              <a:t>练习 1/3</a:t>
            </a:r>
          </a:p>
        </p:txBody>
      </p:sp>
      <p:sp>
        <p:nvSpPr>
          <p:cNvPr id="5" name="TextBox 4"/>
          <p:cNvSpPr txBox="1"/>
          <p:nvPr/>
        </p:nvSpPr>
        <p:spPr>
          <a:xfrm>
            <a:off x="548640" y="566928"/>
            <a:ext cx="11094415" cy="642112"/>
          </a:xfrm>
          <a:prstGeom prst="rect">
            <a:avLst/>
          </a:prstGeom>
          <a:noFill/>
        </p:spPr>
        <p:txBody>
          <a:bodyPr wrap="square" anchor="ctr">
            <a:spAutoFit/>
          </a:bodyPr>
          <a:lstStyle/>
          <a:p>
            <a:pPr>
              <a:buNone/>
            </a:pPr>
            <a:r>
              <a:rPr sz="2700" b="1" i="0">
                <a:solidFill>
                  <a:srgbClr val="FFFFFF"/>
                </a:solidFill>
                <a:latin typeface="Calibri"/>
                <a:ea typeface="Microsoft YaHei"/>
                <a:cs typeface="Microsoft YaHei"/>
              </a:rPr>
              <a:t>Điền 在 / 能 / 会</a:t>
            </a:r>
          </a:p>
        </p:txBody>
      </p:sp>
      <p:sp>
        <p:nvSpPr>
          <p:cNvPr id="6" name="TextBox 5"/>
          <p:cNvSpPr txBox="1"/>
          <p:nvPr/>
        </p:nvSpPr>
        <p:spPr>
          <a:xfrm>
            <a:off x="548640" y="1611376"/>
            <a:ext cx="11094415" cy="566928"/>
          </a:xfrm>
          <a:prstGeom prst="rect">
            <a:avLst/>
          </a:prstGeom>
          <a:noFill/>
        </p:spPr>
        <p:txBody>
          <a:bodyPr wrap="square" anchor="ctr">
            <a:spAutoFit/>
          </a:bodyPr>
          <a:lstStyle/>
          <a:p>
            <a:pPr algn="ctr">
              <a:buNone/>
            </a:pPr>
            <a:r>
              <a:rPr sz="1500" b="1" i="0">
                <a:solidFill>
                  <a:srgbClr val="8E2B20"/>
                </a:solidFill>
                <a:latin typeface="Calibri"/>
                <a:ea typeface="Microsoft YaHei"/>
                <a:cs typeface="Microsoft YaHei"/>
              </a:rPr>
              <a:t>Từ cần dùng:  </a:t>
            </a:r>
            <a:r>
              <a:rPr sz="1900" b="1" i="0">
                <a:solidFill>
                  <a:srgbClr val="1F2933"/>
                </a:solidFill>
                <a:latin typeface="Calibri"/>
                <a:ea typeface="Microsoft YaHei"/>
                <a:cs typeface="Microsoft YaHei"/>
              </a:rPr>
              <a:t>会</a:t>
            </a:r>
            <a:r>
              <a:rPr sz="1400" b="0" i="1">
                <a:solidFill>
                  <a:srgbClr val="8E2B20"/>
                </a:solidFill>
                <a:latin typeface="Calibri"/>
                <a:ea typeface="Microsoft YaHei"/>
                <a:cs typeface="Microsoft YaHei"/>
              </a:rPr>
              <a:t> (huì)</a:t>
            </a:r>
            <a:r>
              <a:rPr sz="1500" b="0" i="0">
                <a:solidFill>
                  <a:srgbClr val="6B7683"/>
                </a:solidFill>
                <a:latin typeface="Calibri"/>
                <a:ea typeface="Microsoft YaHei"/>
                <a:cs typeface="Microsoft YaHei"/>
              </a:rPr>
              <a:t>   ·   </a:t>
            </a:r>
            <a:r>
              <a:rPr sz="1900" b="1" i="0">
                <a:solidFill>
                  <a:srgbClr val="1F2933"/>
                </a:solidFill>
                <a:latin typeface="Calibri"/>
                <a:ea typeface="Microsoft YaHei"/>
                <a:cs typeface="Microsoft YaHei"/>
              </a:rPr>
              <a:t>在</a:t>
            </a:r>
            <a:r>
              <a:rPr sz="1400" b="0" i="1">
                <a:solidFill>
                  <a:srgbClr val="8E2B20"/>
                </a:solidFill>
                <a:latin typeface="Calibri"/>
                <a:ea typeface="Microsoft YaHei"/>
                <a:cs typeface="Microsoft YaHei"/>
              </a:rPr>
              <a:t> (zài)</a:t>
            </a:r>
            <a:r>
              <a:rPr sz="1500" b="0" i="0">
                <a:solidFill>
                  <a:srgbClr val="6B7683"/>
                </a:solidFill>
                <a:latin typeface="Calibri"/>
                <a:ea typeface="Microsoft YaHei"/>
                <a:cs typeface="Microsoft YaHei"/>
              </a:rPr>
              <a:t>   ·   </a:t>
            </a:r>
            <a:r>
              <a:rPr sz="1900" b="1" i="0">
                <a:solidFill>
                  <a:srgbClr val="1F2933"/>
                </a:solidFill>
                <a:latin typeface="Calibri"/>
                <a:ea typeface="Microsoft YaHei"/>
                <a:cs typeface="Microsoft YaHei"/>
              </a:rPr>
              <a:t>能</a:t>
            </a:r>
            <a:r>
              <a:rPr sz="1400" b="0" i="1">
                <a:solidFill>
                  <a:srgbClr val="8E2B20"/>
                </a:solidFill>
                <a:latin typeface="Calibri"/>
                <a:ea typeface="Microsoft YaHei"/>
                <a:cs typeface="Microsoft YaHei"/>
              </a:rPr>
              <a:t> (néng)</a:t>
            </a:r>
          </a:p>
        </p:txBody>
      </p:sp>
      <p:sp>
        <p:nvSpPr>
          <p:cNvPr id="7" name="TextBox 6"/>
          <p:cNvSpPr txBox="1"/>
          <p:nvPr/>
        </p:nvSpPr>
        <p:spPr>
          <a:xfrm>
            <a:off x="548640" y="2178304"/>
            <a:ext cx="11094415" cy="4313936"/>
          </a:xfrm>
          <a:prstGeom prst="rect">
            <a:avLst/>
          </a:prstGeom>
          <a:noFill/>
        </p:spPr>
        <p:txBody>
          <a:bodyPr wrap="square" anchor="ctr">
            <a:spAutoFit/>
          </a:bodyPr>
          <a:lstStyle/>
          <a:p>
            <a:pPr>
              <a:spcBef>
                <a:spcPts val="2600"/>
              </a:spcBef>
              <a:buNone/>
            </a:pPr>
            <a:r>
              <a:rPr sz="2200" b="1" i="0">
                <a:solidFill>
                  <a:srgbClr val="8E2B20"/>
                </a:solidFill>
                <a:latin typeface="Calibri"/>
                <a:ea typeface="Microsoft YaHei"/>
                <a:cs typeface="Microsoft YaHei"/>
              </a:rPr>
              <a:t>1. </a:t>
            </a:r>
            <a:r>
              <a:rPr sz="2200" b="1" i="0">
                <a:solidFill>
                  <a:srgbClr val="1F2933"/>
                </a:solidFill>
                <a:latin typeface="Calibri"/>
                <a:ea typeface="Microsoft YaHei"/>
                <a:cs typeface="Microsoft YaHei"/>
              </a:rPr>
              <a:t>我[___]学校吃午饭。</a:t>
            </a:r>
          </a:p>
          <a:p>
            <a:pPr>
              <a:spcBef>
                <a:spcPts val="2600"/>
              </a:spcBef>
              <a:buNone/>
            </a:pPr>
            <a:r>
              <a:rPr sz="2200" b="1" i="0">
                <a:solidFill>
                  <a:srgbClr val="8E2B20"/>
                </a:solidFill>
                <a:latin typeface="Calibri"/>
                <a:ea typeface="Microsoft YaHei"/>
                <a:cs typeface="Microsoft YaHei"/>
              </a:rPr>
              <a:t>2. </a:t>
            </a:r>
            <a:r>
              <a:rPr sz="2200" b="1" i="0">
                <a:solidFill>
                  <a:srgbClr val="1F2933"/>
                </a:solidFill>
                <a:latin typeface="Calibri"/>
                <a:ea typeface="Microsoft YaHei"/>
                <a:cs typeface="Microsoft YaHei"/>
              </a:rPr>
              <a:t>你[___]到学校吗？</a:t>
            </a:r>
          </a:p>
          <a:p>
            <a:pPr>
              <a:spcBef>
                <a:spcPts val="2600"/>
              </a:spcBef>
              <a:buNone/>
            </a:pPr>
            <a:r>
              <a:rPr sz="2200" b="1" i="0">
                <a:solidFill>
                  <a:srgbClr val="8E2B20"/>
                </a:solidFill>
                <a:latin typeface="Calibri"/>
                <a:ea typeface="Microsoft YaHei"/>
                <a:cs typeface="Microsoft YaHei"/>
              </a:rPr>
              <a:t>3. </a:t>
            </a:r>
            <a:r>
              <a:rPr sz="2200" b="1" i="0">
                <a:solidFill>
                  <a:srgbClr val="1F2933"/>
                </a:solidFill>
                <a:latin typeface="Calibri"/>
                <a:ea typeface="Microsoft YaHei"/>
                <a:cs typeface="Microsoft YaHei"/>
              </a:rPr>
              <a:t>我[___]说一点儿汉语。</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37056"/>
          </a:xfrm>
          <a:prstGeom prst="rect">
            <a:avLst/>
          </a:prstGeom>
          <a:solidFill>
            <a:srgbClr val="8E2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46304"/>
            <a:ext cx="1371600" cy="384048"/>
          </a:xfrm>
          <a:prstGeom prst="roundRect">
            <a:avLst/>
          </a:prstGeom>
          <a:solidFill>
            <a:srgbClr val="5F160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25400" bIns="25400"/>
          <a:lstStyle/>
          <a:p>
            <a:pPr algn="ctr">
              <a:buNone/>
            </a:pPr>
            <a:r>
              <a:rPr sz="1600" b="1" i="0">
                <a:solidFill>
                  <a:srgbClr val="FFFFFF"/>
                </a:solidFill>
                <a:latin typeface="Calibri"/>
                <a:ea typeface="Microsoft YaHei"/>
                <a:cs typeface="Microsoft YaHei"/>
              </a:rPr>
              <a:t>练习 2/3</a:t>
            </a:r>
          </a:p>
        </p:txBody>
      </p:sp>
      <p:sp>
        <p:nvSpPr>
          <p:cNvPr id="5" name="TextBox 4"/>
          <p:cNvSpPr txBox="1"/>
          <p:nvPr/>
        </p:nvSpPr>
        <p:spPr>
          <a:xfrm>
            <a:off x="548640" y="566928"/>
            <a:ext cx="11094415" cy="642112"/>
          </a:xfrm>
          <a:prstGeom prst="rect">
            <a:avLst/>
          </a:prstGeom>
          <a:noFill/>
        </p:spPr>
        <p:txBody>
          <a:bodyPr wrap="square" anchor="ctr">
            <a:spAutoFit/>
          </a:bodyPr>
          <a:lstStyle/>
          <a:p>
            <a:pPr>
              <a:buNone/>
            </a:pPr>
            <a:r>
              <a:rPr sz="2700" b="1" i="0">
                <a:solidFill>
                  <a:srgbClr val="FFFFFF"/>
                </a:solidFill>
                <a:latin typeface="Calibri"/>
                <a:ea typeface="Microsoft YaHei"/>
                <a:cs typeface="Microsoft YaHei"/>
              </a:rPr>
              <a:t>Sắp xếp thành câu đúng</a:t>
            </a:r>
          </a:p>
        </p:txBody>
      </p:sp>
      <p:sp>
        <p:nvSpPr>
          <p:cNvPr id="6" name="TextBox 5"/>
          <p:cNvSpPr txBox="1"/>
          <p:nvPr/>
        </p:nvSpPr>
        <p:spPr>
          <a:xfrm>
            <a:off x="548640" y="1611376"/>
            <a:ext cx="11094415" cy="4880864"/>
          </a:xfrm>
          <a:prstGeom prst="rect">
            <a:avLst/>
          </a:prstGeom>
          <a:noFill/>
        </p:spPr>
        <p:txBody>
          <a:bodyPr wrap="square" anchor="ctr">
            <a:spAutoFit/>
          </a:bodyPr>
          <a:lstStyle/>
          <a:p>
            <a:pPr>
              <a:spcBef>
                <a:spcPts val="2600"/>
              </a:spcBef>
              <a:buNone/>
            </a:pPr>
            <a:r>
              <a:rPr sz="2200" b="1" i="0">
                <a:solidFill>
                  <a:srgbClr val="8E2B20"/>
                </a:solidFill>
                <a:latin typeface="Calibri"/>
                <a:ea typeface="Microsoft YaHei"/>
                <a:cs typeface="Microsoft YaHei"/>
              </a:rPr>
              <a:t>1. </a:t>
            </a:r>
            <a:r>
              <a:rPr sz="2200" b="1" i="0">
                <a:solidFill>
                  <a:srgbClr val="1F2933"/>
                </a:solidFill>
                <a:latin typeface="Calibri"/>
                <a:ea typeface="Microsoft YaHei"/>
                <a:cs typeface="Microsoft YaHei"/>
              </a:rPr>
              <a:t>桌子 / 下 / 猫 / 在</a:t>
            </a:r>
          </a:p>
          <a:p>
            <a:pPr>
              <a:spcBef>
                <a:spcPts val="2600"/>
              </a:spcBef>
              <a:buNone/>
            </a:pPr>
            <a:r>
              <a:rPr sz="2200" b="1" i="0">
                <a:solidFill>
                  <a:srgbClr val="8E2B20"/>
                </a:solidFill>
                <a:latin typeface="Calibri"/>
                <a:ea typeface="Microsoft YaHei"/>
                <a:cs typeface="Microsoft YaHei"/>
              </a:rPr>
              <a:t>2. </a:t>
            </a:r>
            <a:r>
              <a:rPr sz="2200" b="1" i="0">
                <a:solidFill>
                  <a:srgbClr val="1F2933"/>
                </a:solidFill>
                <a:latin typeface="Calibri"/>
                <a:ea typeface="Microsoft YaHei"/>
                <a:cs typeface="Microsoft YaHei"/>
              </a:rPr>
              <a:t>学校 / 书店 / 前 / 在 / 见</a:t>
            </a:r>
          </a:p>
          <a:p>
            <a:pPr>
              <a:spcBef>
                <a:spcPts val="2600"/>
              </a:spcBef>
              <a:buNone/>
            </a:pPr>
            <a:r>
              <a:rPr sz="2200" b="1" i="0">
                <a:solidFill>
                  <a:srgbClr val="8E2B20"/>
                </a:solidFill>
                <a:latin typeface="Calibri"/>
                <a:ea typeface="Microsoft YaHei"/>
                <a:cs typeface="Microsoft YaHei"/>
              </a:rPr>
              <a:t>3. </a:t>
            </a:r>
            <a:r>
              <a:rPr sz="2200" b="1" i="0">
                <a:solidFill>
                  <a:srgbClr val="1F2933"/>
                </a:solidFill>
                <a:latin typeface="Calibri"/>
                <a:ea typeface="Microsoft YaHei"/>
                <a:cs typeface="Microsoft YaHei"/>
              </a:rPr>
              <a:t>房间 / 外 / 猫 / 有 / 一只</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37056"/>
          </a:xfrm>
          <a:prstGeom prst="rect">
            <a:avLst/>
          </a:prstGeom>
          <a:solidFill>
            <a:srgbClr val="8E2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46304"/>
            <a:ext cx="1371600" cy="384048"/>
          </a:xfrm>
          <a:prstGeom prst="roundRect">
            <a:avLst/>
          </a:prstGeom>
          <a:solidFill>
            <a:srgbClr val="5F160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25400" bIns="25400"/>
          <a:lstStyle/>
          <a:p>
            <a:pPr algn="ctr">
              <a:buNone/>
            </a:pPr>
            <a:r>
              <a:rPr sz="1600" b="1" i="0">
                <a:solidFill>
                  <a:srgbClr val="FFFFFF"/>
                </a:solidFill>
                <a:latin typeface="Calibri"/>
                <a:ea typeface="Microsoft YaHei"/>
                <a:cs typeface="Microsoft YaHei"/>
              </a:rPr>
              <a:t>练习 3/3</a:t>
            </a:r>
          </a:p>
        </p:txBody>
      </p:sp>
      <p:sp>
        <p:nvSpPr>
          <p:cNvPr id="5" name="TextBox 4"/>
          <p:cNvSpPr txBox="1"/>
          <p:nvPr/>
        </p:nvSpPr>
        <p:spPr>
          <a:xfrm>
            <a:off x="548640" y="566928"/>
            <a:ext cx="11094415" cy="642112"/>
          </a:xfrm>
          <a:prstGeom prst="rect">
            <a:avLst/>
          </a:prstGeom>
          <a:noFill/>
        </p:spPr>
        <p:txBody>
          <a:bodyPr wrap="square" anchor="ctr">
            <a:spAutoFit/>
          </a:bodyPr>
          <a:lstStyle/>
          <a:p>
            <a:pPr>
              <a:buNone/>
            </a:pPr>
            <a:r>
              <a:rPr sz="2700" b="1" i="0">
                <a:solidFill>
                  <a:srgbClr val="FFFFFF"/>
                </a:solidFill>
                <a:latin typeface="Calibri"/>
                <a:ea typeface="Microsoft YaHei"/>
                <a:cs typeface="Microsoft YaHei"/>
              </a:rPr>
              <a:t>Dịch sang tiếng Trung</a:t>
            </a:r>
          </a:p>
        </p:txBody>
      </p:sp>
      <p:sp>
        <p:nvSpPr>
          <p:cNvPr id="6" name="TextBox 5"/>
          <p:cNvSpPr txBox="1"/>
          <p:nvPr/>
        </p:nvSpPr>
        <p:spPr>
          <a:xfrm>
            <a:off x="548640" y="1611376"/>
            <a:ext cx="11094415" cy="4880864"/>
          </a:xfrm>
          <a:prstGeom prst="rect">
            <a:avLst/>
          </a:prstGeom>
          <a:noFill/>
        </p:spPr>
        <p:txBody>
          <a:bodyPr wrap="square" anchor="ctr">
            <a:spAutoFit/>
          </a:bodyPr>
          <a:lstStyle/>
          <a:p>
            <a:pPr>
              <a:spcBef>
                <a:spcPts val="2600"/>
              </a:spcBef>
              <a:buNone/>
            </a:pPr>
            <a:r>
              <a:rPr sz="2200" b="1" i="0">
                <a:solidFill>
                  <a:srgbClr val="8E2B20"/>
                </a:solidFill>
                <a:latin typeface="Calibri"/>
                <a:ea typeface="Microsoft YaHei"/>
                <a:cs typeface="Microsoft YaHei"/>
              </a:rPr>
              <a:t>1. </a:t>
            </a:r>
            <a:r>
              <a:rPr sz="2200" b="1" i="0">
                <a:solidFill>
                  <a:srgbClr val="1F2933"/>
                </a:solidFill>
                <a:latin typeface="Calibri"/>
                <a:ea typeface="Microsoft YaHei"/>
                <a:cs typeface="Microsoft YaHei"/>
              </a:rPr>
              <a:t>Con mèo ở dưới bàn.</a:t>
            </a:r>
          </a:p>
          <a:p>
            <a:pPr>
              <a:spcBef>
                <a:spcPts val="2600"/>
              </a:spcBef>
              <a:buNone/>
            </a:pPr>
            <a:r>
              <a:rPr sz="2200" b="1" i="0">
                <a:solidFill>
                  <a:srgbClr val="8E2B20"/>
                </a:solidFill>
                <a:latin typeface="Calibri"/>
                <a:ea typeface="Microsoft YaHei"/>
                <a:cs typeface="Microsoft YaHei"/>
              </a:rPr>
              <a:t>2. </a:t>
            </a:r>
            <a:r>
              <a:rPr sz="2200" b="1" i="0">
                <a:solidFill>
                  <a:srgbClr val="1F2933"/>
                </a:solidFill>
                <a:latin typeface="Calibri"/>
                <a:ea typeface="Microsoft YaHei"/>
                <a:cs typeface="Microsoft YaHei"/>
              </a:rPr>
              <a:t>Bạn có thể đến trường không?</a:t>
            </a:r>
          </a:p>
          <a:p>
            <a:pPr>
              <a:spcBef>
                <a:spcPts val="2600"/>
              </a:spcBef>
              <a:buNone/>
            </a:pPr>
            <a:r>
              <a:rPr sz="2200" b="1" i="0">
                <a:solidFill>
                  <a:srgbClr val="8E2B20"/>
                </a:solidFill>
                <a:latin typeface="Calibri"/>
                <a:ea typeface="Microsoft YaHei"/>
                <a:cs typeface="Microsoft YaHei"/>
              </a:rPr>
              <a:t>3. </a:t>
            </a:r>
            <a:r>
              <a:rPr sz="2200" b="1" i="0">
                <a:solidFill>
                  <a:srgbClr val="1F2933"/>
                </a:solidFill>
                <a:latin typeface="Calibri"/>
                <a:ea typeface="Microsoft YaHei"/>
                <a:cs typeface="Microsoft YaHei"/>
              </a:rPr>
              <a:t>Tôi ăn cơm trưa ở trường.</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1094415" cy="2103120"/>
          </a:xfrm>
          <a:prstGeom prst="rect">
            <a:avLst/>
          </a:prstGeom>
          <a:noFill/>
        </p:spPr>
        <p:txBody>
          <a:bodyPr wrap="square" anchor="ctr">
            <a:spAutoFit/>
          </a:bodyPr>
          <a:lstStyle/>
          <a:p>
            <a:pPr algn="ctr">
              <a:buNone/>
            </a:pPr>
            <a:r>
              <a:rPr sz="3600" b="1" i="0">
                <a:solidFill>
                  <a:srgbClr val="8E2B20"/>
                </a:solidFill>
                <a:latin typeface="Calibri"/>
                <a:ea typeface="Microsoft YaHei"/>
                <a:cs typeface="Microsoft YaHei"/>
              </a:rPr>
              <a:t>第二部分 · 生词拓展</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37056"/>
          </a:xfrm>
          <a:prstGeom prst="rect">
            <a:avLst/>
          </a:prstGeom>
          <a:solidFill>
            <a:srgbClr val="8E2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46304"/>
            <a:ext cx="2076135" cy="384048"/>
          </a:xfrm>
          <a:prstGeom prst="roundRect">
            <a:avLst/>
          </a:prstGeom>
          <a:solidFill>
            <a:srgbClr val="5F160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25400" bIns="25400"/>
          <a:lstStyle/>
          <a:p>
            <a:pPr algn="ctr">
              <a:buNone/>
            </a:pPr>
            <a:r>
              <a:rPr sz="1600" b="1" i="0">
                <a:solidFill>
                  <a:srgbClr val="FFFFFF"/>
                </a:solidFill>
                <a:latin typeface="Calibri"/>
                <a:ea typeface="Microsoft YaHei"/>
                <a:cs typeface="Microsoft YaHei"/>
              </a:rPr>
              <a:t>生词拓展 · 职业</a:t>
            </a:r>
          </a:p>
        </p:txBody>
      </p:sp>
      <p:sp>
        <p:nvSpPr>
          <p:cNvPr id="5" name="TextBox 4"/>
          <p:cNvSpPr txBox="1"/>
          <p:nvPr/>
        </p:nvSpPr>
        <p:spPr>
          <a:xfrm>
            <a:off x="548640" y="566928"/>
            <a:ext cx="11094415" cy="642112"/>
          </a:xfrm>
          <a:prstGeom prst="rect">
            <a:avLst/>
          </a:prstGeom>
          <a:noFill/>
        </p:spPr>
        <p:txBody>
          <a:bodyPr wrap="square" anchor="ctr">
            <a:spAutoFit/>
          </a:bodyPr>
          <a:lstStyle/>
          <a:p>
            <a:pPr>
              <a:buNone/>
            </a:pPr>
            <a:r>
              <a:rPr sz="2700" b="1" i="0">
                <a:solidFill>
                  <a:srgbClr val="FFFFFF"/>
                </a:solidFill>
                <a:latin typeface="Calibri"/>
                <a:ea typeface="Microsoft YaHei"/>
                <a:cs typeface="Microsoft YaHei"/>
              </a:rPr>
              <a:t>护士</a:t>
            </a:r>
          </a:p>
        </p:txBody>
      </p:sp>
      <p:pic>
        <p:nvPicPr>
          <p:cNvPr id="6" name="Picture 5" descr="hushi_cutout.png"/>
          <p:cNvPicPr>
            <a:picLocks noChangeAspect="1"/>
          </p:cNvPicPr>
          <p:nvPr/>
        </p:nvPicPr>
        <p:blipFill>
          <a:blip r:embed="rId2"/>
          <a:stretch>
            <a:fillRect/>
          </a:stretch>
        </p:blipFill>
        <p:spPr>
          <a:xfrm>
            <a:off x="548641" y="2867775"/>
            <a:ext cx="3550210" cy="2368066"/>
          </a:xfrm>
          <a:prstGeom prst="rect">
            <a:avLst/>
          </a:prstGeom>
        </p:spPr>
      </p:pic>
      <p:sp>
        <p:nvSpPr>
          <p:cNvPr id="7" name="TextBox 6"/>
          <p:cNvSpPr txBox="1"/>
          <p:nvPr/>
        </p:nvSpPr>
        <p:spPr>
          <a:xfrm>
            <a:off x="4464612" y="1611376"/>
            <a:ext cx="7178443" cy="1273048"/>
          </a:xfrm>
          <a:prstGeom prst="rect">
            <a:avLst/>
          </a:prstGeom>
          <a:noFill/>
        </p:spPr>
        <p:txBody>
          <a:bodyPr wrap="square" anchor="t">
            <a:spAutoFit/>
          </a:bodyPr>
          <a:lstStyle/>
          <a:p>
            <a:pPr>
              <a:buNone/>
            </a:pPr>
            <a:r>
              <a:rPr sz="2800" b="1" i="0">
                <a:solidFill>
                  <a:srgbClr val="1F2933"/>
                </a:solidFill>
                <a:latin typeface="Calibri"/>
                <a:ea typeface="Microsoft YaHei"/>
                <a:cs typeface="Microsoft YaHei"/>
              </a:rPr>
              <a:t>我姐姐是</a:t>
            </a:r>
            <a:r>
              <a:rPr sz="2800" b="1" i="0">
                <a:solidFill>
                  <a:srgbClr val="8E2B20"/>
                </a:solidFill>
                <a:latin typeface="Calibri"/>
                <a:ea typeface="Microsoft YaHei"/>
                <a:cs typeface="Microsoft YaHei"/>
              </a:rPr>
              <a:t>护士</a:t>
            </a:r>
            <a:r>
              <a:rPr sz="2800" b="1" i="0">
                <a:solidFill>
                  <a:srgbClr val="1F2933"/>
                </a:solidFill>
                <a:latin typeface="Calibri"/>
                <a:ea typeface="Microsoft YaHei"/>
                <a:cs typeface="Microsoft YaHei"/>
              </a:rPr>
              <a:t>。</a:t>
            </a:r>
          </a:p>
          <a:p>
            <a:pPr>
              <a:spcBef>
                <a:spcPts val="600"/>
              </a:spcBef>
              <a:buNone/>
            </a:pPr>
            <a:r>
              <a:rPr sz="1600" b="0" i="1">
                <a:solidFill>
                  <a:srgbClr val="8E2B20"/>
                </a:solidFill>
                <a:latin typeface="Calibri"/>
                <a:ea typeface="Microsoft YaHei"/>
                <a:cs typeface="Microsoft YaHei"/>
              </a:rPr>
              <a:t>Wǒ jiějie shì hùshi.</a:t>
            </a:r>
          </a:p>
          <a:p>
            <a:pPr>
              <a:spcBef>
                <a:spcPts val="400"/>
              </a:spcBef>
              <a:buNone/>
            </a:pPr>
            <a:r>
              <a:rPr sz="1400" b="0" i="0">
                <a:solidFill>
                  <a:srgbClr val="6B7683"/>
                </a:solidFill>
                <a:latin typeface="Calibri"/>
                <a:ea typeface="Microsoft YaHei"/>
                <a:cs typeface="Microsoft YaHei"/>
              </a:rPr>
              <a:t>Chị gái tôi là y tá.</a:t>
            </a:r>
          </a:p>
        </p:txBody>
      </p:sp>
      <p:sp>
        <p:nvSpPr>
          <p:cNvPr id="8" name="TextBox 7"/>
          <p:cNvSpPr txBox="1"/>
          <p:nvPr/>
        </p:nvSpPr>
        <p:spPr>
          <a:xfrm>
            <a:off x="4464612" y="3158744"/>
            <a:ext cx="7178443" cy="3333496"/>
          </a:xfrm>
          <a:prstGeom prst="rect">
            <a:avLst/>
          </a:prstGeom>
          <a:noFill/>
        </p:spPr>
        <p:txBody>
          <a:bodyPr wrap="square" anchor="ctr">
            <a:spAutoFit/>
          </a:bodyPr>
          <a:lstStyle/>
          <a:p>
            <a:pPr algn="ctr">
              <a:buNone/>
            </a:pPr>
            <a:r>
              <a:rPr sz="3600" b="1" i="0">
                <a:solidFill>
                  <a:srgbClr val="1F2933"/>
                </a:solidFill>
                <a:latin typeface="Calibri"/>
                <a:ea typeface="Microsoft YaHei"/>
                <a:cs typeface="Microsoft YaHei"/>
              </a:rPr>
              <a:t>护士</a:t>
            </a:r>
          </a:p>
          <a:p>
            <a:pPr algn="ctr">
              <a:spcBef>
                <a:spcPts val="600"/>
              </a:spcBef>
              <a:buNone/>
            </a:pPr>
            <a:r>
              <a:rPr sz="1500" b="0" i="1">
                <a:solidFill>
                  <a:srgbClr val="8E2B20"/>
                </a:solidFill>
                <a:latin typeface="Calibri"/>
                <a:ea typeface="Microsoft YaHei"/>
                <a:cs typeface="Microsoft YaHei"/>
              </a:rPr>
              <a:t>hùshi</a:t>
            </a:r>
          </a:p>
          <a:p>
            <a:pPr algn="ctr">
              <a:spcBef>
                <a:spcPts val="300"/>
              </a:spcBef>
              <a:buNone/>
            </a:pPr>
            <a:r>
              <a:rPr sz="1300" b="0" i="0">
                <a:solidFill>
                  <a:srgbClr val="1F2933"/>
                </a:solidFill>
                <a:latin typeface="Calibri"/>
                <a:ea typeface="Microsoft YaHei"/>
                <a:cs typeface="Microsoft YaHei"/>
              </a:rPr>
              <a:t>y tá</a:t>
            </a:r>
          </a:p>
        </p:txBody>
      </p:sp>
      <p:pic>
        <p:nvPicPr>
          <p:cNvPr id="9" name="slide25.mp3">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1076127" y="320040"/>
            <a:ext cx="566928" cy="566928"/>
          </a:xfrm>
          <a:prstGeom prst="rect">
            <a:avLst/>
          </a:prstGeom>
          <a:ln>
            <a:noFill/>
          </a:ln>
        </p:spPr>
      </p:pic>
    </p:spTree>
  </p:cSld>
  <p:clrMapOvr>
    <a:masterClrMapping/>
  </p:clrMapOvr>
  <p:timing>
    <p:tnLst>
      <p:par>
        <p:cTn id="1" dur="indefinite" restart="never" nodeType="tmRoot">
          <p:childTnLst>
            <p:video>
              <p:cMediaNode vol="80000">
                <p:cTn id="2" fill="hold" display="0">
                  <p:stCondLst>
                    <p:cond delay="indefinite"/>
                  </p:stCondLst>
                </p:cTn>
                <p:tgtEl>
                  <p:spTgt spid="9"/>
                </p:tgtEl>
              </p:cMediaNode>
            </p:video>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37056"/>
          </a:xfrm>
          <a:prstGeom prst="rect">
            <a:avLst/>
          </a:prstGeom>
          <a:solidFill>
            <a:srgbClr val="8E2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46304"/>
            <a:ext cx="2076135" cy="384048"/>
          </a:xfrm>
          <a:prstGeom prst="roundRect">
            <a:avLst/>
          </a:prstGeom>
          <a:solidFill>
            <a:srgbClr val="5F160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25400" bIns="25400"/>
          <a:lstStyle/>
          <a:p>
            <a:pPr algn="ctr">
              <a:buNone/>
            </a:pPr>
            <a:r>
              <a:rPr sz="1600" b="1" i="0">
                <a:solidFill>
                  <a:srgbClr val="FFFFFF"/>
                </a:solidFill>
                <a:latin typeface="Calibri"/>
                <a:ea typeface="Microsoft YaHei"/>
                <a:cs typeface="Microsoft YaHei"/>
              </a:rPr>
              <a:t>生词拓展 · 职业</a:t>
            </a:r>
          </a:p>
        </p:txBody>
      </p:sp>
      <p:sp>
        <p:nvSpPr>
          <p:cNvPr id="5" name="TextBox 4"/>
          <p:cNvSpPr txBox="1"/>
          <p:nvPr/>
        </p:nvSpPr>
        <p:spPr>
          <a:xfrm>
            <a:off x="548640" y="566928"/>
            <a:ext cx="11094415" cy="642112"/>
          </a:xfrm>
          <a:prstGeom prst="rect">
            <a:avLst/>
          </a:prstGeom>
          <a:noFill/>
        </p:spPr>
        <p:txBody>
          <a:bodyPr wrap="square" anchor="ctr">
            <a:spAutoFit/>
          </a:bodyPr>
          <a:lstStyle/>
          <a:p>
            <a:pPr>
              <a:buNone/>
            </a:pPr>
            <a:r>
              <a:rPr sz="2700" b="1" i="0">
                <a:solidFill>
                  <a:srgbClr val="FFFFFF"/>
                </a:solidFill>
                <a:latin typeface="Calibri"/>
                <a:ea typeface="Microsoft YaHei"/>
                <a:cs typeface="Microsoft YaHei"/>
              </a:rPr>
              <a:t>司机</a:t>
            </a:r>
          </a:p>
        </p:txBody>
      </p:sp>
      <p:pic>
        <p:nvPicPr>
          <p:cNvPr id="6" name="Picture 5" descr="sijide_cutout.png"/>
          <p:cNvPicPr>
            <a:picLocks noChangeAspect="1"/>
          </p:cNvPicPr>
          <p:nvPr/>
        </p:nvPicPr>
        <p:blipFill>
          <a:blip r:embed="rId2"/>
          <a:stretch>
            <a:fillRect/>
          </a:stretch>
        </p:blipFill>
        <p:spPr>
          <a:xfrm>
            <a:off x="548641" y="2867775"/>
            <a:ext cx="3550210" cy="2368066"/>
          </a:xfrm>
          <a:prstGeom prst="rect">
            <a:avLst/>
          </a:prstGeom>
        </p:spPr>
      </p:pic>
      <p:sp>
        <p:nvSpPr>
          <p:cNvPr id="7" name="TextBox 6"/>
          <p:cNvSpPr txBox="1"/>
          <p:nvPr/>
        </p:nvSpPr>
        <p:spPr>
          <a:xfrm>
            <a:off x="4464612" y="1611376"/>
            <a:ext cx="7178443" cy="1273048"/>
          </a:xfrm>
          <a:prstGeom prst="rect">
            <a:avLst/>
          </a:prstGeom>
          <a:noFill/>
        </p:spPr>
        <p:txBody>
          <a:bodyPr wrap="square" anchor="t">
            <a:spAutoFit/>
          </a:bodyPr>
          <a:lstStyle/>
          <a:p>
            <a:pPr>
              <a:buNone/>
            </a:pPr>
            <a:r>
              <a:rPr sz="2800" b="1" i="0">
                <a:solidFill>
                  <a:srgbClr val="1F2933"/>
                </a:solidFill>
                <a:latin typeface="Calibri"/>
                <a:ea typeface="Microsoft YaHei"/>
                <a:cs typeface="Microsoft YaHei"/>
              </a:rPr>
              <a:t>他是出租车</a:t>
            </a:r>
            <a:r>
              <a:rPr sz="2800" b="1" i="0">
                <a:solidFill>
                  <a:srgbClr val="8E2B20"/>
                </a:solidFill>
                <a:latin typeface="Calibri"/>
                <a:ea typeface="Microsoft YaHei"/>
                <a:cs typeface="Microsoft YaHei"/>
              </a:rPr>
              <a:t>司机</a:t>
            </a:r>
            <a:r>
              <a:rPr sz="2800" b="1" i="0">
                <a:solidFill>
                  <a:srgbClr val="1F2933"/>
                </a:solidFill>
                <a:latin typeface="Calibri"/>
                <a:ea typeface="Microsoft YaHei"/>
                <a:cs typeface="Microsoft YaHei"/>
              </a:rPr>
              <a:t>。</a:t>
            </a:r>
          </a:p>
          <a:p>
            <a:pPr>
              <a:spcBef>
                <a:spcPts val="600"/>
              </a:spcBef>
              <a:buNone/>
            </a:pPr>
            <a:r>
              <a:rPr sz="1600" b="0" i="1">
                <a:solidFill>
                  <a:srgbClr val="8E2B20"/>
                </a:solidFill>
                <a:latin typeface="Calibri"/>
                <a:ea typeface="Microsoft YaHei"/>
                <a:cs typeface="Microsoft YaHei"/>
              </a:rPr>
              <a:t>Tā shì chūzūchē sījī.</a:t>
            </a:r>
          </a:p>
          <a:p>
            <a:pPr>
              <a:spcBef>
                <a:spcPts val="400"/>
              </a:spcBef>
              <a:buNone/>
            </a:pPr>
            <a:r>
              <a:rPr sz="1400" b="0" i="0">
                <a:solidFill>
                  <a:srgbClr val="6B7683"/>
                </a:solidFill>
                <a:latin typeface="Calibri"/>
                <a:ea typeface="Microsoft YaHei"/>
                <a:cs typeface="Microsoft YaHei"/>
              </a:rPr>
              <a:t>Anh ấy là tài xế taxi.</a:t>
            </a:r>
          </a:p>
        </p:txBody>
      </p:sp>
      <p:sp>
        <p:nvSpPr>
          <p:cNvPr id="8" name="TextBox 7"/>
          <p:cNvSpPr txBox="1"/>
          <p:nvPr/>
        </p:nvSpPr>
        <p:spPr>
          <a:xfrm>
            <a:off x="4464612" y="3158744"/>
            <a:ext cx="7178443" cy="3333496"/>
          </a:xfrm>
          <a:prstGeom prst="rect">
            <a:avLst/>
          </a:prstGeom>
          <a:noFill/>
        </p:spPr>
        <p:txBody>
          <a:bodyPr wrap="square" anchor="ctr">
            <a:spAutoFit/>
          </a:bodyPr>
          <a:lstStyle/>
          <a:p>
            <a:pPr algn="ctr">
              <a:buNone/>
            </a:pPr>
            <a:r>
              <a:rPr sz="3600" b="1" i="0">
                <a:solidFill>
                  <a:srgbClr val="1F2933"/>
                </a:solidFill>
                <a:latin typeface="Calibri"/>
                <a:ea typeface="Microsoft YaHei"/>
                <a:cs typeface="Microsoft YaHei"/>
              </a:rPr>
              <a:t>司机</a:t>
            </a:r>
          </a:p>
          <a:p>
            <a:pPr algn="ctr">
              <a:spcBef>
                <a:spcPts val="600"/>
              </a:spcBef>
              <a:buNone/>
            </a:pPr>
            <a:r>
              <a:rPr sz="1500" b="0" i="1">
                <a:solidFill>
                  <a:srgbClr val="8E2B20"/>
                </a:solidFill>
                <a:latin typeface="Calibri"/>
                <a:ea typeface="Microsoft YaHei"/>
                <a:cs typeface="Microsoft YaHei"/>
              </a:rPr>
              <a:t>sījī</a:t>
            </a:r>
          </a:p>
          <a:p>
            <a:pPr algn="ctr">
              <a:spcBef>
                <a:spcPts val="300"/>
              </a:spcBef>
              <a:buNone/>
            </a:pPr>
            <a:r>
              <a:rPr sz="1300" b="0" i="0">
                <a:solidFill>
                  <a:srgbClr val="1F2933"/>
                </a:solidFill>
                <a:latin typeface="Calibri"/>
                <a:ea typeface="Microsoft YaHei"/>
                <a:cs typeface="Microsoft YaHei"/>
              </a:rPr>
              <a:t>tài xế</a:t>
            </a:r>
          </a:p>
        </p:txBody>
      </p:sp>
      <p:pic>
        <p:nvPicPr>
          <p:cNvPr id="9" name="slide26.mp3">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1076127" y="320040"/>
            <a:ext cx="566928" cy="566928"/>
          </a:xfrm>
          <a:prstGeom prst="rect">
            <a:avLst/>
          </a:prstGeom>
          <a:ln>
            <a:noFill/>
          </a:ln>
        </p:spPr>
      </p:pic>
    </p:spTree>
  </p:cSld>
  <p:clrMapOvr>
    <a:masterClrMapping/>
  </p:clrMapOvr>
  <p:timing>
    <p:tnLst>
      <p:par>
        <p:cTn id="1" dur="indefinite" restart="never" nodeType="tmRoot">
          <p:childTnLst>
            <p:video>
              <p:cMediaNode vol="80000">
                <p:cTn id="2" fill="hold" display="0">
                  <p:stCondLst>
                    <p:cond delay="indefinite"/>
                  </p:stCondLst>
                </p:cTn>
                <p:tgtEl>
                  <p:spTgt spid="9"/>
                </p:tgtEl>
              </p:cMediaNode>
            </p:video>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37056"/>
          </a:xfrm>
          <a:prstGeom prst="rect">
            <a:avLst/>
          </a:prstGeom>
          <a:solidFill>
            <a:srgbClr val="8E2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46304"/>
            <a:ext cx="1371600" cy="384048"/>
          </a:xfrm>
          <a:prstGeom prst="roundRect">
            <a:avLst/>
          </a:prstGeom>
          <a:solidFill>
            <a:srgbClr val="5F160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25400" bIns="25400"/>
          <a:lstStyle/>
          <a:p>
            <a:pPr algn="ctr">
              <a:buNone/>
            </a:pPr>
            <a:r>
              <a:rPr sz="1600" b="1" i="0">
                <a:solidFill>
                  <a:srgbClr val="FFFFFF"/>
                </a:solidFill>
                <a:latin typeface="Calibri"/>
                <a:ea typeface="Microsoft YaHei"/>
                <a:cs typeface="Microsoft YaHei"/>
              </a:rPr>
              <a:t>游戏</a:t>
            </a:r>
          </a:p>
        </p:txBody>
      </p:sp>
      <p:sp>
        <p:nvSpPr>
          <p:cNvPr id="5" name="TextBox 4"/>
          <p:cNvSpPr txBox="1"/>
          <p:nvPr/>
        </p:nvSpPr>
        <p:spPr>
          <a:xfrm>
            <a:off x="548640" y="566928"/>
            <a:ext cx="11094415" cy="642112"/>
          </a:xfrm>
          <a:prstGeom prst="rect">
            <a:avLst/>
          </a:prstGeom>
          <a:noFill/>
        </p:spPr>
        <p:txBody>
          <a:bodyPr wrap="square" anchor="ctr">
            <a:spAutoFit/>
          </a:bodyPr>
          <a:lstStyle/>
          <a:p>
            <a:pPr>
              <a:buNone/>
            </a:pPr>
            <a:r>
              <a:rPr sz="2700" b="1" i="0">
                <a:solidFill>
                  <a:srgbClr val="FFFFFF"/>
                </a:solidFill>
                <a:latin typeface="Calibri"/>
                <a:ea typeface="Microsoft YaHei"/>
                <a:cs typeface="Microsoft YaHei"/>
              </a:rPr>
              <a:t>配对游戏 · 职业</a:t>
            </a:r>
          </a:p>
        </p:txBody>
      </p:sp>
      <p:pic>
        <p:nvPicPr>
          <p:cNvPr id="6" name="Picture 5" descr="yisheng_cutout.png"/>
          <p:cNvPicPr>
            <a:picLocks noChangeAspect="1"/>
          </p:cNvPicPr>
          <p:nvPr/>
        </p:nvPicPr>
        <p:blipFill>
          <a:blip r:embed="rId2"/>
          <a:stretch>
            <a:fillRect/>
          </a:stretch>
        </p:blipFill>
        <p:spPr>
          <a:xfrm>
            <a:off x="548640" y="1790410"/>
            <a:ext cx="2943673" cy="1963492"/>
          </a:xfrm>
          <a:prstGeom prst="rect">
            <a:avLst/>
          </a:prstGeom>
        </p:spPr>
      </p:pic>
      <p:sp>
        <p:nvSpPr>
          <p:cNvPr id="7" name="Oval 6"/>
          <p:cNvSpPr/>
          <p:nvPr/>
        </p:nvSpPr>
        <p:spPr>
          <a:xfrm>
            <a:off x="548640" y="1611376"/>
            <a:ext cx="329184" cy="329184"/>
          </a:xfrm>
          <a:prstGeom prst="ellipse">
            <a:avLst/>
          </a:prstGeom>
          <a:solidFill>
            <a:srgbClr val="8E2B2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buNone/>
            </a:pPr>
            <a:r>
              <a:rPr sz="1500" b="1" i="0">
                <a:solidFill>
                  <a:srgbClr val="FFFFFF"/>
                </a:solidFill>
                <a:latin typeface="Calibri"/>
                <a:ea typeface="Microsoft YaHei"/>
                <a:cs typeface="Microsoft YaHei"/>
              </a:rPr>
              <a:t>1</a:t>
            </a:r>
          </a:p>
        </p:txBody>
      </p:sp>
      <p:pic>
        <p:nvPicPr>
          <p:cNvPr id="8" name="Picture 7" descr="hushi_cutout.png"/>
          <p:cNvPicPr>
            <a:picLocks noChangeAspect="1"/>
          </p:cNvPicPr>
          <p:nvPr/>
        </p:nvPicPr>
        <p:blipFill>
          <a:blip r:embed="rId3"/>
          <a:stretch>
            <a:fillRect/>
          </a:stretch>
        </p:blipFill>
        <p:spPr>
          <a:xfrm>
            <a:off x="3638617" y="1790410"/>
            <a:ext cx="2943673" cy="1963492"/>
          </a:xfrm>
          <a:prstGeom prst="rect">
            <a:avLst/>
          </a:prstGeom>
        </p:spPr>
      </p:pic>
      <p:sp>
        <p:nvSpPr>
          <p:cNvPr id="9" name="Oval 8"/>
          <p:cNvSpPr/>
          <p:nvPr/>
        </p:nvSpPr>
        <p:spPr>
          <a:xfrm>
            <a:off x="3638617" y="1611376"/>
            <a:ext cx="329184" cy="329184"/>
          </a:xfrm>
          <a:prstGeom prst="ellipse">
            <a:avLst/>
          </a:prstGeom>
          <a:solidFill>
            <a:srgbClr val="8E2B2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buNone/>
            </a:pPr>
            <a:r>
              <a:rPr sz="1500" b="1" i="0">
                <a:solidFill>
                  <a:srgbClr val="FFFFFF"/>
                </a:solidFill>
                <a:latin typeface="Calibri"/>
                <a:ea typeface="Microsoft YaHei"/>
                <a:cs typeface="Microsoft YaHei"/>
              </a:rPr>
              <a:t>2</a:t>
            </a:r>
          </a:p>
        </p:txBody>
      </p:sp>
      <p:pic>
        <p:nvPicPr>
          <p:cNvPr id="10" name="Picture 9" descr="sijide_cutout.png"/>
          <p:cNvPicPr>
            <a:picLocks noChangeAspect="1"/>
          </p:cNvPicPr>
          <p:nvPr/>
        </p:nvPicPr>
        <p:blipFill>
          <a:blip r:embed="rId4"/>
          <a:stretch>
            <a:fillRect/>
          </a:stretch>
        </p:blipFill>
        <p:spPr>
          <a:xfrm>
            <a:off x="548640" y="4303994"/>
            <a:ext cx="2943673" cy="1963492"/>
          </a:xfrm>
          <a:prstGeom prst="rect">
            <a:avLst/>
          </a:prstGeom>
        </p:spPr>
      </p:pic>
      <p:sp>
        <p:nvSpPr>
          <p:cNvPr id="11" name="Oval 10"/>
          <p:cNvSpPr/>
          <p:nvPr/>
        </p:nvSpPr>
        <p:spPr>
          <a:xfrm>
            <a:off x="548640" y="4124960"/>
            <a:ext cx="329184" cy="329184"/>
          </a:xfrm>
          <a:prstGeom prst="ellipse">
            <a:avLst/>
          </a:prstGeom>
          <a:solidFill>
            <a:srgbClr val="8E2B2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buNone/>
            </a:pPr>
            <a:r>
              <a:rPr sz="1500" b="1" i="0">
                <a:solidFill>
                  <a:srgbClr val="FFFFFF"/>
                </a:solidFill>
                <a:latin typeface="Calibri"/>
                <a:ea typeface="Microsoft YaHei"/>
                <a:cs typeface="Microsoft YaHei"/>
              </a:rPr>
              <a:t>3</a:t>
            </a:r>
          </a:p>
        </p:txBody>
      </p:sp>
      <p:pic>
        <p:nvPicPr>
          <p:cNvPr id="12" name="Picture 11" descr="laoshi_cutout.png"/>
          <p:cNvPicPr>
            <a:picLocks noChangeAspect="1"/>
          </p:cNvPicPr>
          <p:nvPr/>
        </p:nvPicPr>
        <p:blipFill>
          <a:blip r:embed="rId5"/>
          <a:stretch>
            <a:fillRect/>
          </a:stretch>
        </p:blipFill>
        <p:spPr>
          <a:xfrm>
            <a:off x="3638617" y="4303994"/>
            <a:ext cx="2943673" cy="1963492"/>
          </a:xfrm>
          <a:prstGeom prst="rect">
            <a:avLst/>
          </a:prstGeom>
        </p:spPr>
      </p:pic>
      <p:sp>
        <p:nvSpPr>
          <p:cNvPr id="13" name="Oval 12"/>
          <p:cNvSpPr/>
          <p:nvPr/>
        </p:nvSpPr>
        <p:spPr>
          <a:xfrm>
            <a:off x="3638617" y="4124960"/>
            <a:ext cx="329184" cy="329184"/>
          </a:xfrm>
          <a:prstGeom prst="ellipse">
            <a:avLst/>
          </a:prstGeom>
          <a:solidFill>
            <a:srgbClr val="8E2B2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buNone/>
            </a:pPr>
            <a:r>
              <a:rPr sz="1500" b="1" i="0">
                <a:solidFill>
                  <a:srgbClr val="FFFFFF"/>
                </a:solidFill>
                <a:latin typeface="Calibri"/>
                <a:ea typeface="Microsoft YaHei"/>
                <a:cs typeface="Microsoft YaHei"/>
              </a:rPr>
              <a:t>4</a:t>
            </a:r>
          </a:p>
        </p:txBody>
      </p:sp>
      <p:sp>
        <p:nvSpPr>
          <p:cNvPr id="14" name="TextBox 13"/>
          <p:cNvSpPr txBox="1"/>
          <p:nvPr/>
        </p:nvSpPr>
        <p:spPr>
          <a:xfrm>
            <a:off x="6902330" y="1611376"/>
            <a:ext cx="4740725" cy="4880864"/>
          </a:xfrm>
          <a:prstGeom prst="rect">
            <a:avLst/>
          </a:prstGeom>
          <a:noFill/>
        </p:spPr>
        <p:txBody>
          <a:bodyPr wrap="square" anchor="ctr">
            <a:spAutoFit/>
          </a:bodyPr>
          <a:lstStyle/>
          <a:p>
            <a:pPr>
              <a:spcBef>
                <a:spcPts val="0"/>
              </a:spcBef>
              <a:buNone/>
            </a:pPr>
            <a:r>
              <a:rPr sz="1800" b="1" i="0">
                <a:solidFill>
                  <a:srgbClr val="8E2B20"/>
                </a:solidFill>
                <a:latin typeface="Calibri"/>
                <a:ea typeface="Microsoft YaHei"/>
                <a:cs typeface="Microsoft YaHei"/>
              </a:rPr>
              <a:t>A  </a:t>
            </a:r>
            <a:r>
              <a:rPr sz="2200" b="1" i="0">
                <a:solidFill>
                  <a:srgbClr val="1F2933"/>
                </a:solidFill>
                <a:latin typeface="Calibri"/>
                <a:ea typeface="Microsoft YaHei"/>
                <a:cs typeface="Microsoft YaHei"/>
              </a:rPr>
              <a:t>护士</a:t>
            </a:r>
            <a:r>
              <a:rPr sz="1300" b="0" i="1">
                <a:solidFill>
                  <a:srgbClr val="6B7683"/>
                </a:solidFill>
                <a:latin typeface="Calibri"/>
                <a:ea typeface="Microsoft YaHei"/>
                <a:cs typeface="Microsoft YaHei"/>
              </a:rPr>
              <a:t>  hùshi</a:t>
            </a:r>
          </a:p>
          <a:p>
            <a:pPr>
              <a:spcBef>
                <a:spcPts val="1400"/>
              </a:spcBef>
              <a:buNone/>
            </a:pPr>
            <a:r>
              <a:rPr sz="1800" b="1" i="0">
                <a:solidFill>
                  <a:srgbClr val="8E2B20"/>
                </a:solidFill>
                <a:latin typeface="Calibri"/>
                <a:ea typeface="Microsoft YaHei"/>
                <a:cs typeface="Microsoft YaHei"/>
              </a:rPr>
              <a:t>B  </a:t>
            </a:r>
            <a:r>
              <a:rPr sz="2200" b="1" i="0">
                <a:solidFill>
                  <a:srgbClr val="1F2933"/>
                </a:solidFill>
                <a:latin typeface="Calibri"/>
                <a:ea typeface="Microsoft YaHei"/>
                <a:cs typeface="Microsoft YaHei"/>
              </a:rPr>
              <a:t>医生</a:t>
            </a:r>
            <a:r>
              <a:rPr sz="1300" b="0" i="1">
                <a:solidFill>
                  <a:srgbClr val="6B7683"/>
                </a:solidFill>
                <a:latin typeface="Calibri"/>
                <a:ea typeface="Microsoft YaHei"/>
                <a:cs typeface="Microsoft YaHei"/>
              </a:rPr>
              <a:t>  yīshēng</a:t>
            </a:r>
          </a:p>
          <a:p>
            <a:pPr>
              <a:spcBef>
                <a:spcPts val="1400"/>
              </a:spcBef>
              <a:buNone/>
            </a:pPr>
            <a:r>
              <a:rPr sz="1800" b="1" i="0">
                <a:solidFill>
                  <a:srgbClr val="8E2B20"/>
                </a:solidFill>
                <a:latin typeface="Calibri"/>
                <a:ea typeface="Microsoft YaHei"/>
                <a:cs typeface="Microsoft YaHei"/>
              </a:rPr>
              <a:t>C  </a:t>
            </a:r>
            <a:r>
              <a:rPr sz="2200" b="1" i="0">
                <a:solidFill>
                  <a:srgbClr val="1F2933"/>
                </a:solidFill>
                <a:latin typeface="Calibri"/>
                <a:ea typeface="Microsoft YaHei"/>
                <a:cs typeface="Microsoft YaHei"/>
              </a:rPr>
              <a:t>老师</a:t>
            </a:r>
            <a:r>
              <a:rPr sz="1300" b="0" i="1">
                <a:solidFill>
                  <a:srgbClr val="6B7683"/>
                </a:solidFill>
                <a:latin typeface="Calibri"/>
                <a:ea typeface="Microsoft YaHei"/>
                <a:cs typeface="Microsoft YaHei"/>
              </a:rPr>
              <a:t>  lǎoshī</a:t>
            </a:r>
          </a:p>
          <a:p>
            <a:pPr>
              <a:spcBef>
                <a:spcPts val="1400"/>
              </a:spcBef>
              <a:buNone/>
            </a:pPr>
            <a:r>
              <a:rPr sz="1800" b="1" i="0">
                <a:solidFill>
                  <a:srgbClr val="8E2B20"/>
                </a:solidFill>
                <a:latin typeface="Calibri"/>
                <a:ea typeface="Microsoft YaHei"/>
                <a:cs typeface="Microsoft YaHei"/>
              </a:rPr>
              <a:t>D  </a:t>
            </a:r>
            <a:r>
              <a:rPr sz="2200" b="1" i="0">
                <a:solidFill>
                  <a:srgbClr val="1F2933"/>
                </a:solidFill>
                <a:latin typeface="Calibri"/>
                <a:ea typeface="Microsoft YaHei"/>
                <a:cs typeface="Microsoft YaHei"/>
              </a:rPr>
              <a:t>司机</a:t>
            </a:r>
            <a:r>
              <a:rPr sz="1300" b="0" i="1">
                <a:solidFill>
                  <a:srgbClr val="6B7683"/>
                </a:solidFill>
                <a:latin typeface="Calibri"/>
                <a:ea typeface="Microsoft YaHei"/>
                <a:cs typeface="Microsoft YaHei"/>
              </a:rPr>
              <a:t>  sījī</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