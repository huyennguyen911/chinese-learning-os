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这里比北京冷多了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Zhèlǐ bǐ Běijīng lěng duō le — Ở đây lạnh hơn Bắc Kinh nhiều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chuyện điện thoại/hội thoại về thời tiết ở những nơi khác nhau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vựng thời tiết mạnh + thiên tai: 毛毛雨/阵雨/下雪/阵风/打雷/闪电 + 自然灾害 (地震/台风/海啸/洪水/干旱/火山爆发/龙卷风/雪崩/山体滑坡/森林大火)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(4)(5)(6): diễn tả chênh lệch LỚN (多了/得多), động từ có bổ ngữ trạng thái, câu có cả tân ngữ + bổ ngữ trạng thái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rain_sh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6974"/>
            <a:ext cx="3550212" cy="3550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小薇出门的时候下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毛毛雨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，回来的时候变成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阵雨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Xiǎowēi chūmén de shíhou xià máomaoyǔ, huílái de shíhou biànchéng zhènyǔ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Tiểu Vy ra ngoài thì mưa phùn, lúc về thì đã thành mưa rào.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毛毛雨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máomaoyǔ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mưa phùn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阵雨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zhènyǔ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mưa rào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毛 vốn là hình vẽ sợi LÔNG nhỏ mảnh (tượng hình) → mưa nhỏ như sợi LÔNG → 毛毛雨 = mưa phùn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阵 = 阝(nơi chốn) + 车(chē, xe) → đoàn XE nối đuôi thành ĐỢT → "trận, đợt" → 阵雨 = mưa rào từng đợt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avalan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4676"/>
            <a:ext cx="3550211" cy="2734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爸爸说，他老家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下雪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下得太大，去年冬天发生过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雪崩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 shuō, tā lǎojiā xiàxuě xià de tài dà, qùnián dōngtiān fāshēngguo xuěbēng.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nói, quê bố tuyết rơi to quá, mùa đông năm ngoái từng xảy ra tuyết lở.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下雪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xiàxuě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tuyết rơi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雪崩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xuěbēng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tuyết lở</a:t>
            </a:r>
          </a:p>
        </p:txBody>
      </p:sp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下 = một vạch NGẮN dưới một điểm → chỉ hướng ĐI XUỐNG → "dưới, xuống" → 下雪 = tuyết rơi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雪 = 雨(yǔ, mưa) + 彐(cái chổi) → mưa được QUÉT thành từng bông → "tuyết"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小兰看电视的时候，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阵风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刮得很大，主持人说可能会有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龙卷风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Xiǎolán kàn diànshì de shíhou, zhènfēng guā de hěn dà, zhǔchírén shuō kěnéng huì yǒu lóngjuǎnfēng.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Tiểu Lan xem TV, gió giật thổi rất mạnh, người dẫn chương trình nói có thể sẽ có lốc xoáy.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3912"/>
            <a:ext cx="5455767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阵风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zhènfēng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cuồng phong (gió giật mạnh)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613912"/>
            <a:ext cx="5455767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龙卷风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lóngjuǎnfēng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lốc xoáy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龙 vốn là hình con RỒNG uốn lượn → "rồng" → 龙卷风 = lốc xoáy (cuốn như rồng)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lightning_st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758098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妈妈正打电话，外面突然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，还看到了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闪电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，她吓了一下。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zhèng dǎ diànhuà, wàimiàn tūrán dǎléi, hái kàndàole shǎndiàn, tā xiàle yíxià.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đang gọi điện, ngoài trời bất chợt có sấm, còn thấy cả chớp nữa, mẹ giật cả người.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dǎléi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 sấm (nổ sấm)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闪电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shǎndiàn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chớp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雷 = 雨(yǔ, mưa) + 田(tián, ruộng) → tiếng nổ trên RUỘNG giữa cơn MƯA → "sấm"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闪 = 门(cửa) + 人(người) → NGƯỜI thấp thoáng sau CỬA, lóe lên rồi mất → "chớp, lóe" → 闪电 = chớp sét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ypho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2656"/>
            <a:ext cx="3550211" cy="443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小薇告诉爸爸，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台风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是我们那儿最常见的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自然灾害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Xiǎowēi gàosu bàba, táifēng shì wǒmen nàr zuì chángjiàn de zìrán zāihài.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Tiểu Vy nói với bố, bão là thảm họa thiên nhiên thường gặp nhất ở nhà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自然灾害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zìrán zāihài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thảm họa thiên nhiên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台风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táifēng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bão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灾 = 宀(mián, mái nhà) + 火(huǒ, lửa) → LỬA cháy ngay trong NHÀ → "tai họa"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台风 vốn là từ phiên âm nước ngoài (không phải chiết tự Hán) — 台 ở đây không mang nghĩa "đài" thông thường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哥哥说，那次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地震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以后，他们村子发生了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山体滑坡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Gēge shuō, nà cì dìzhèn yǐhòu, tāmen cūnzi fāshēngle shāntǐ huápō.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trai nói, sau lần động đất đó, làng của họ đã xảy ra sạt lở đất.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地震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dìzhèn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 đất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山体滑坡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shāntǐ huápō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sạt lở đất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震 = 雨(yǔ, mưa) + 辰(chén, buổi sớm) → rung chuyển như sấm chớp lúc TRỜI MƯA → "rung, động đất"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滑 = 氵(nước) + 骨(xương) → trơn như NƯỚC làm xương TRƯỢT đi → "trượt, trơn"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wildf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612484"/>
            <a:ext cx="3550210" cy="26591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姐姐在新闻里看到，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火山爆发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以后，山上发生了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森林大火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Jiějie zài xīnwén lǐ kàndào, huǒshān bàofā yǐhòu, shānshang fāshēngle sēnlín dàhuǒ.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gái xem trên tin tức, sau khi núi lửa phun trào, trên núi đã bốc cháy thành cháy rừng.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火山爆发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huǒshān bàofā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núi lửa phun trào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森林大火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sēnlín dàhuǒ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cháy rừng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爆 = 火(huǒ, lửa) + 暴(bào, dữ dội) → LỬA bùng lên dữ dội → "nổ, bùng phát"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森 = ba chữ 木(cây) chồng lên nhau → rất nhiều CÂY → "rừng rậm"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tsuna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18" y="1611376"/>
            <a:ext cx="3496056" cy="4661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小兰的老家发生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海啸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，还带来了很大的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洪水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Xiǎolán de lǎojiā fāshēng hǎixiào, hái dàiláile hěn dà de hóngshuǐ.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Quê Tiểu Lan xảy ra sóng thần, còn mang đến cả lũ lụt rất lớn.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洪水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hóngshuǐ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lũ lụt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海啸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hǎixiào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sóng thần</a:t>
            </a:r>
          </a:p>
        </p:txBody>
      </p:sp>
      <p:pic>
        <p:nvPicPr>
          <p:cNvPr id="10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洪 = 氵(shuǐ, nước) + 共(gòng, cùng chung) → nước dâng CÙNG lúc khắp nơi → "lũ lụt"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海 = 氵(nước) + 每(mỗi, sinh sôi không ngừng) → NƯỚC mênh mông sinh sôi không ngừng → "biển"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drou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3453"/>
            <a:ext cx="3550210" cy="23767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妈妈说，她老家最近很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干旱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，好几个月没下雨了。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shuō, tā lǎojiā zuìjìn hěn gānhàn, hǎo jǐ ge yuè méi xiàyǔ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nói, gần đây quê mẹ hạn hán lắm, mấy tháng nay không có mưa.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7178443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干旱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gānhàn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hạn hán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旱 = 日(rì, mặt trời) + 干(gān, khô) → MẶT TRỜI đốt khô đất → "hạn hán"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天气预报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明天南方有台风，会下大雨。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nánfāng yǒu táifēng, huì xià dàyǔ.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mai miền Nam có bão, sẽ có mưa to.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山里可能发生山体滑坡，大家要小心。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Shān lǐ kěnéng fāshēng shāntǐ huápō, dàjiā yào xiǎoxīn.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núi có thể xảy ra sạt lở đất, mọi người cần cẩn thận.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北方最近很干旱，好几个月没下雨了。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Běifāng zuìjìn hěn gānhàn, hǎo jǐ ge yuè méi xiàyǔ le.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Miền Bắc gần đây rất hạn hán, mấy tháng rồi không có mưa.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如果听到打雷、看到闪电，就不要在外面走路。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Rúguǒ tīngdào dǎléi, kàndào shǎndiàn, jiù búyào zài wàimiàn zǒulù.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Nếu nghe thấy sấm, thấy chớp, thì đừng đi bộ ở ngoài.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⑤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这些都是自然灾害，我们要提前做好准备。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Zhèxiē dōu shì zìrán zāihài, wǒmen yào tíqián zuòhǎo zhǔnbèi.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đều là thiên tai, chúng ta cần chuẩn bị trước.</a:t>
            </a:r>
          </a:p>
        </p:txBody>
      </p:sp>
      <p:pic>
        <p:nvPicPr>
          <p:cNvPr id="7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打电话 — 王一雪接到白家月的电话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914775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喂，家月，是你啊！有什么事情吗？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Wèi, Jiāyuè, shì nǐ a! Yǒu shénme shìqing ma?</a:t>
            </a:r>
          </a:p>
        </p:txBody>
      </p:sp>
      <p:sp>
        <p:nvSpPr>
          <p:cNvPr id="7" name="Oval 6"/>
          <p:cNvSpPr/>
          <p:nvPr/>
        </p:nvSpPr>
        <p:spPr>
          <a:xfrm>
            <a:off x="383028" y="1500968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4610" y="2339873"/>
            <a:ext cx="406844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没什么事，就想跟您说说话。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shénme shì, jiù xiǎng gēn nín shuōshuo huà.</a:t>
            </a:r>
          </a:p>
        </p:txBody>
      </p:sp>
      <p:sp>
        <p:nvSpPr>
          <p:cNvPr id="9" name="Oval 8"/>
          <p:cNvSpPr/>
          <p:nvPr/>
        </p:nvSpPr>
        <p:spPr>
          <a:xfrm>
            <a:off x="11414353" y="2229465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8370"/>
            <a:ext cx="260858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好啊。你今天没课吗？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a. Nǐ jīntiān méi kè ma?</a:t>
            </a:r>
          </a:p>
        </p:txBody>
      </p:sp>
      <p:sp>
        <p:nvSpPr>
          <p:cNvPr id="11" name="Oval 10"/>
          <p:cNvSpPr/>
          <p:nvPr/>
        </p:nvSpPr>
        <p:spPr>
          <a:xfrm>
            <a:off x="383028" y="2957962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455" y="3796867"/>
            <a:ext cx="353060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下午有课。您那里天气怎么样？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Xiàwǔ yǒu kè. Nín nàlǐ tiānqì zěnmeyàng?</a:t>
            </a:r>
          </a:p>
        </p:txBody>
      </p:sp>
      <p:sp>
        <p:nvSpPr>
          <p:cNvPr id="13" name="Oval 12"/>
          <p:cNvSpPr/>
          <p:nvPr/>
        </p:nvSpPr>
        <p:spPr>
          <a:xfrm>
            <a:off x="11414353" y="3686459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5364"/>
            <a:ext cx="522097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北京这几天虽然是晴天，但是有点儿冷。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Běijīng zhè jǐ tiān suīrán shì qíngtiān, dànshì yǒudiǎnr lěng.</a:t>
            </a:r>
          </a:p>
        </p:txBody>
      </p:sp>
      <p:sp>
        <p:nvSpPr>
          <p:cNvPr id="15" name="Oval 14"/>
          <p:cNvSpPr/>
          <p:nvPr/>
        </p:nvSpPr>
        <p:spPr>
          <a:xfrm>
            <a:off x="383028" y="4414956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580" y="5253861"/>
            <a:ext cx="545147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我这里比北京冷多了，外边还正下着雪呢！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zhèlǐ bǐ Běijīng lěng duō le, wàibian hái zhèng xiàzhe xuě ne!</a:t>
            </a:r>
          </a:p>
        </p:txBody>
      </p:sp>
      <p:sp>
        <p:nvSpPr>
          <p:cNvPr id="17" name="Oval 16"/>
          <p:cNvSpPr/>
          <p:nvPr/>
        </p:nvSpPr>
        <p:spPr>
          <a:xfrm>
            <a:off x="11414353" y="5143453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8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在房间，王一雪接到白家月的电话。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打电话 — 王一雪给王一飞打电话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52831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喂，一飞，听家月说你那边下雪了，下得大不大？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Wèi, Yīfēi, tīng Jiāyuè shuō nǐ nàbiān xiàxuě le, xià de dà bu dà?</a:t>
            </a:r>
          </a:p>
        </p:txBody>
      </p:sp>
      <p:sp>
        <p:nvSpPr>
          <p:cNvPr id="7" name="Oval 6"/>
          <p:cNvSpPr/>
          <p:nvPr/>
        </p:nvSpPr>
        <p:spPr>
          <a:xfrm>
            <a:off x="398083" y="1511005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5115" y="2273648"/>
            <a:ext cx="3837940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今天不大，昨天比今天下得大。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bú dà, zuótiān bǐ jīntiān xià de dà.</a:t>
            </a:r>
          </a:p>
        </p:txBody>
      </p:sp>
      <p:sp>
        <p:nvSpPr>
          <p:cNvPr id="9" name="Oval 8"/>
          <p:cNvSpPr/>
          <p:nvPr/>
        </p:nvSpPr>
        <p:spPr>
          <a:xfrm>
            <a:off x="11435144" y="2173277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35920"/>
            <a:ext cx="506730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天气不好，你去外面的时候多穿点儿衣服。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Tiānqì bù hǎo, nǐ qù wàimiàn de shíhou duō chuān diǎnr yīfu.</a:t>
            </a:r>
          </a:p>
        </p:txBody>
      </p:sp>
      <p:sp>
        <p:nvSpPr>
          <p:cNvPr id="11" name="Oval 10"/>
          <p:cNvSpPr/>
          <p:nvPr/>
        </p:nvSpPr>
        <p:spPr>
          <a:xfrm>
            <a:off x="398083" y="2835549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7270" y="3598192"/>
            <a:ext cx="4375785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这几天我在网上上课，没出去过。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jǐ tiān wǒ zài wǎngshang shàngkè, méi chūqùguo.</a:t>
            </a:r>
          </a:p>
        </p:txBody>
      </p:sp>
      <p:sp>
        <p:nvSpPr>
          <p:cNvPr id="13" name="Oval 12"/>
          <p:cNvSpPr/>
          <p:nvPr/>
        </p:nvSpPr>
        <p:spPr>
          <a:xfrm>
            <a:off x="11435144" y="3497821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60464"/>
            <a:ext cx="3761105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那就好，有事记得给我打电话。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jiù hǎo, yǒu shì jìde gěi wǒ dǎ diànhuà.</a:t>
            </a:r>
          </a:p>
        </p:txBody>
      </p:sp>
      <p:sp>
        <p:nvSpPr>
          <p:cNvPr id="15" name="Oval 14"/>
          <p:cNvSpPr/>
          <p:nvPr/>
        </p:nvSpPr>
        <p:spPr>
          <a:xfrm>
            <a:off x="398083" y="4160093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3095" y="4922736"/>
            <a:ext cx="4759960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好的。现在不下雪了，我出去买点儿吃的。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de. Xiànzài bú xiàxuě le, wǒ chūqù mǎi diǎnr chī de.</a:t>
            </a:r>
          </a:p>
        </p:txBody>
      </p:sp>
      <p:sp>
        <p:nvSpPr>
          <p:cNvPr id="17" name="Oval 16"/>
          <p:cNvSpPr/>
          <p:nvPr/>
        </p:nvSpPr>
        <p:spPr>
          <a:xfrm>
            <a:off x="11435144" y="4822365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85008"/>
            <a:ext cx="5297805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一次多买点儿，阴天下雪什么的就少出去吧。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cì duō mǎi diǎnr, yīntiān xiàxuě shénmede jiù shǎo chūqù ba.</a:t>
            </a:r>
          </a:p>
        </p:txBody>
      </p:sp>
      <p:sp>
        <p:nvSpPr>
          <p:cNvPr id="19" name="Oval 18"/>
          <p:cNvSpPr/>
          <p:nvPr/>
        </p:nvSpPr>
        <p:spPr>
          <a:xfrm>
            <a:off x="398083" y="5484637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20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在客厅，王一雪给王一飞打电话。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约跑步 — 李文给白家月打电话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529455" cy="51308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喂，家月，今天天气不错，我们去跑步吧！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Wèi, Jiāyuè, jīntiān tiānqì búcuò, wǒmen qù pǎobù ba!</a:t>
            </a:r>
          </a:p>
        </p:txBody>
      </p:sp>
      <p:sp>
        <p:nvSpPr>
          <p:cNvPr id="7" name="Oval 6"/>
          <p:cNvSpPr/>
          <p:nvPr/>
        </p:nvSpPr>
        <p:spPr>
          <a:xfrm>
            <a:off x="415031" y="1522303"/>
            <a:ext cx="318115" cy="31811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7270" y="2199096"/>
            <a:ext cx="4375785" cy="51308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你跑步跑得比我快，我们能一起跑吗？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pǎobù pǎo de bǐ wǒ kuài, wǒmen néng yìqǐ pǎo ma?</a:t>
            </a:r>
          </a:p>
        </p:txBody>
      </p:sp>
      <p:sp>
        <p:nvSpPr>
          <p:cNvPr id="9" name="Oval 8"/>
          <p:cNvSpPr/>
          <p:nvPr/>
        </p:nvSpPr>
        <p:spPr>
          <a:xfrm>
            <a:off x="11458548" y="2110023"/>
            <a:ext cx="318115" cy="31811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6816"/>
            <a:ext cx="3146425" cy="51308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可以的，我慢慢跑，等着你。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Kěyǐ de, wǒ mànmàn pǎo, děngzhe nǐ.</a:t>
            </a:r>
          </a:p>
        </p:txBody>
      </p:sp>
      <p:sp>
        <p:nvSpPr>
          <p:cNvPr id="11" name="Oval 10"/>
          <p:cNvSpPr/>
          <p:nvPr/>
        </p:nvSpPr>
        <p:spPr>
          <a:xfrm>
            <a:off x="415031" y="2697743"/>
            <a:ext cx="318115" cy="31811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1310" y="3374536"/>
            <a:ext cx="2531745" cy="51308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好吧。你真爱跑步啊！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ba. Nǐ zhēn ài pǎobù a!</a:t>
            </a:r>
          </a:p>
        </p:txBody>
      </p:sp>
      <p:sp>
        <p:nvSpPr>
          <p:cNvPr id="13" name="Oval 12"/>
          <p:cNvSpPr/>
          <p:nvPr/>
        </p:nvSpPr>
        <p:spPr>
          <a:xfrm>
            <a:off x="11458548" y="3285463"/>
            <a:ext cx="318115" cy="31811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62256"/>
            <a:ext cx="5758815" cy="51308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我从小就经常跟爸爸跑步，跑步能让人快乐！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cóngxiǎo jiù jīngcháng gēn bàba pǎobù, pǎobù néng ràng rén kuàilè!</a:t>
            </a:r>
          </a:p>
        </p:txBody>
      </p:sp>
      <p:sp>
        <p:nvSpPr>
          <p:cNvPr id="15" name="Oval 14"/>
          <p:cNvSpPr/>
          <p:nvPr/>
        </p:nvSpPr>
        <p:spPr>
          <a:xfrm>
            <a:off x="415031" y="3873183"/>
            <a:ext cx="318115" cy="31811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4980" y="4549976"/>
            <a:ext cx="2378075" cy="51308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好，那我准备一下。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nà wǒ zhǔnbèi yíxià.</a:t>
            </a:r>
          </a:p>
        </p:txBody>
      </p:sp>
      <p:sp>
        <p:nvSpPr>
          <p:cNvPr id="17" name="Oval 16"/>
          <p:cNvSpPr/>
          <p:nvPr/>
        </p:nvSpPr>
        <p:spPr>
          <a:xfrm>
            <a:off x="11458548" y="4460903"/>
            <a:ext cx="318115" cy="31811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7696"/>
            <a:ext cx="4529455" cy="51308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我现在坐地铁去找你，一会儿楼下见。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xiànzài zuò dìtiě qù zhǎo nǐ, yíhuìr lóu xià jiàn.</a:t>
            </a:r>
          </a:p>
        </p:txBody>
      </p:sp>
      <p:sp>
        <p:nvSpPr>
          <p:cNvPr id="19" name="Oval 18"/>
          <p:cNvSpPr/>
          <p:nvPr/>
        </p:nvSpPr>
        <p:spPr>
          <a:xfrm>
            <a:off x="415031" y="5048623"/>
            <a:ext cx="318115" cy="31811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pic>
        <p:nvPicPr>
          <p:cNvPr id="20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在房间，李文给白家月打电话。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前几天天气不好，我没走路，每天坐两站地铁去学校。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Qián jǐ tiān tiānqì bù hǎo, wǒ méi zǒulù, měitiān zuò liǎng zhàn dìtiě qù xuéxiào.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Mấy hôm trước thời tiết không tốt, tớ không đi bộ, ngày nào cũng đi 2 trạm tàu điện ngầm đến trường.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今天是个大晴天，李文让我跟他去外面跑步。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shì ge dà qíngtiān, Lǐ Wén ràng wǒ gēn tā qù wàimiàn pǎobù.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nắng to, Lý Văn bảo tớ đi chạy bộ ngoài trời cùng anh ấy.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他小时候经常跑步，跑得比我快，但是他会等我。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xiǎoshíhou jīngcháng pǎobù, pǎo de bǐ wǒ kuài, dànshì tā huì děng wǒ.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nhỏ anh ấy hay chạy bộ, chạy nhanh hơn tớ, nhưng anh ấy sẽ chờ tớ.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跟李文一起跑步，我好高兴啊！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 Lǐ Wén yìqǐ pǎobù, wǒ hǎo gāoxìng a!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Chạy bộ cùng Lý Văn, tớ vui quá đi!</a:t>
            </a:r>
          </a:p>
        </p:txBody>
      </p:sp>
      <p:pic>
        <p:nvPicPr>
          <p:cNvPr id="7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(4) — "多了/得多": chênh lệch LỚN. Cấu trúc: A比B + tính từ + 多了/得多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我这里比北京冷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多了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zhèlǐ bǐ Běijīng lěng duō le.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đây (tớ) lạnh hơn Bắc Kinh nhiều.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坐飞机比坐火车快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得多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fēijī bǐ zuò huǒchē kuài de duō.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máy bay nhanh hơn đi tàu hỏa nhiều.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他觉得红茶比绿茶好喝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得多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juéde hóngchá bǐ lǜchá hǎohē de duō.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thấy trà đen ngon hơn trà xanh nhiều.</a:t>
            </a:r>
          </a:p>
        </p:txBody>
      </p:sp>
      <p:pic>
        <p:nvPicPr>
          <p:cNvPr id="7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(5) — Động từ có bổ ngữ trạng thái (得): "比" đặt trước hoặc sau động từ đều được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今天下得大。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Zuótiān bǐ jīntiān xià de dà.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qua mưa/tuyết to hơn hôm nay.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我睡得晚。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bǐ wǒ shuì de wǎn.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ngủ muộn hơn tớ.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李文跑得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白家月快。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 Wén pǎo de bǐ Bái Jiāyuè kuài.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Lý Văn chạy nhanh hơn Bạch Gia Nguyệt.</a:t>
            </a:r>
          </a:p>
        </p:txBody>
      </p:sp>
      <p:pic>
        <p:nvPicPr>
          <p:cNvPr id="7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比较句 (6) — Động từ vừa có tân ngữ vừa có bổ ngữ trạng thái: đảo tân ngữ lên đầu HOẶC lặp động từ (ly hợp từ lặp phần động từ)</a:t>
            </a:r>
          </a:p>
          <a:p>
            <a:pPr>
              <a:spcBef>
                <a:spcPts val="1816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跑步跑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得比我快。</a:t>
            </a:r>
          </a:p>
          <a:p>
            <a:pPr>
              <a:spcBef>
                <a:spcPts val="272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pǎobù pǎo de bǐ wǒ kuài.</a:t>
            </a:r>
          </a:p>
          <a:p>
            <a:pPr>
              <a:spcBef>
                <a:spcPts val="272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chạy bộ nhanh hơn tớ.</a:t>
            </a:r>
          </a:p>
          <a:p>
            <a:pPr>
              <a:spcBef>
                <a:spcPts val="1816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汉字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写得比陈天中好。</a:t>
            </a:r>
          </a:p>
          <a:p>
            <a:pPr>
              <a:spcBef>
                <a:spcPts val="272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Bái Jiāyuè hànzì xiě de bǐ Chén Tiānzhōng hǎo.</a:t>
            </a:r>
          </a:p>
          <a:p>
            <a:pPr>
              <a:spcBef>
                <a:spcPts val="272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Bạch Gia Nguyệt viết chữ Hán đẹp hơn Trần Thiên Trung.</a:t>
            </a:r>
          </a:p>
          <a:p>
            <a:pPr>
              <a:spcBef>
                <a:spcPts val="1816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他踢足球比我踢得好。</a:t>
            </a:r>
          </a:p>
          <a:p>
            <a:pPr>
              <a:spcBef>
                <a:spcPts val="272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tī zúqiú bǐ wǒ tī de hǎo.</a:t>
            </a:r>
          </a:p>
          <a:p>
            <a:pPr>
              <a:spcBef>
                <a:spcPts val="272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đá bóng giỏi hơn tớ đá.</a:t>
            </a:r>
          </a:p>
          <a:p>
            <a:pPr>
              <a:spcBef>
                <a:spcPts val="136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离合词 (vd 打雷 vừa học ở 生词) cũng theo quy tắc lặp động từ này: "他打雷打得很响" — lặp phần động từ "打".</a:t>
            </a:r>
          </a:p>
        </p:txBody>
      </p:sp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这天气真要命！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tiānqì zhēn yàomìng!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Thời tiết này thật kinh khủng quá!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小心点儿，别出事！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Xiǎoxīn diǎnr, bié chūshì!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Cẩn thận đấy, đừng để xảy ra chuyện gì!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还好，没什么大事。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 hǎo, méi shénme dàshì.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May mà, không có gì to tát.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太吓人了！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 xiàrén le!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Sợ quá đi mất!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听说要来台风了，真的吗？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Tīngshuō yào lái táifēng le, zhēn de ma?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Nghe nói bão sắp đến rồi, có thật không?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又开始下雨了。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Yòu kāishǐ xiàyǔ le.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Lại bắt đầu mưa rồi.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这种天气就别出门了。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zhǒng tiānqì jiù bié chūmén le.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Thời tiết này thì đừng ra ngoài nữa.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大家都没事吧？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dōu méishì ba?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Mọi người không sao chứ?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赶紧收拾东西吧！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Gǎnjǐn shōushi dōngxi ba!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Mau thu dọn đồ đi!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幸好提前准备了。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Xìnghǎo tíqián zhǔnbèi le.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May mà đã chuẩn bị trước rồi.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