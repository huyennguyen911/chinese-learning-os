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39.mp3" ContentType="audio/mpeg"/>
  <Override PartName="/ppt/media/media4.mp3" ContentType="audio/mpeg"/>
  <Override PartName="/ppt/media/media40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microsoft.com/office/2007/relationships/media" Target="../media/media32.mp3"/><Relationship Id="rId4" Type="http://schemas.openxmlformats.org/officeDocument/2006/relationships/video" Target="../media/media32.mp3"/><Relationship Id="rId5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microsoft.com/office/2007/relationships/media" Target="../media/media33.mp3"/><Relationship Id="rId4" Type="http://schemas.openxmlformats.org/officeDocument/2006/relationships/video" Target="../media/media33.mp3"/><Relationship Id="rId5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microsoft.com/office/2007/relationships/media" Target="../media/media34.mp3"/><Relationship Id="rId4" Type="http://schemas.openxmlformats.org/officeDocument/2006/relationships/video" Target="../media/media34.mp3"/><Relationship Id="rId5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5.mp3"/><Relationship Id="rId3" Type="http://schemas.openxmlformats.org/officeDocument/2006/relationships/video" Target="../media/media35.mp3"/><Relationship Id="rId4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microsoft.com/office/2007/relationships/media" Target="../media/media36.mp3"/><Relationship Id="rId4" Type="http://schemas.openxmlformats.org/officeDocument/2006/relationships/video" Target="../media/media36.mp3"/><Relationship Id="rId5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microsoft.com/office/2007/relationships/media" Target="../media/media37.mp3"/><Relationship Id="rId4" Type="http://schemas.openxmlformats.org/officeDocument/2006/relationships/video" Target="../media/media37.mp3"/><Relationship Id="rId5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microsoft.com/office/2007/relationships/media" Target="../media/media38.mp3"/><Relationship Id="rId4" Type="http://schemas.openxmlformats.org/officeDocument/2006/relationships/video" Target="../media/media38.mp3"/><Relationship Id="rId5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microsoft.com/office/2007/relationships/media" Target="../media/media39.mp3"/><Relationship Id="rId4" Type="http://schemas.openxmlformats.org/officeDocument/2006/relationships/video" Target="../media/media39.mp3"/><Relationship Id="rId5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microsoft.com/office/2007/relationships/media" Target="../media/media40.mp3"/><Relationship Id="rId4" Type="http://schemas.openxmlformats.org/officeDocument/2006/relationships/video" Target="../media/media40.mp3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tổng hợp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Phần 1 · Ngữ pháp — 15 bài, New HSK Course 2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Ôn tập cuối khoá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Khởi động: trả lời 2 câu hỏi trước khi vào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请介绍一下你最喜欢的一个节日。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Đó là lễ gì? Bạn thường làm gì vào dịp đó? — 主体: Vì sao bạn thích lễ đó? — 结尾: Bạn mong chờ điều gì nhất ở lễ đó?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你觉得学开车难不难？为什么？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Bạn thấy học lái xe khó hay dễ? — 主体: Vì sao bạn nghĩ vậy? — 结尾: Bạn có muốn học lái xe không?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điểm ngữ pháp: 1 dòng [ngữ pháp — mục đích — cách dùng] rồi tới bài tập kiểm tra ngay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1 dạng bài tập khác nhau: sắp xếp câu, điền từ, trắc nghiệm, tìm lỗi sai, dịch nhanh, đúng/sai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Một số câu bài tập lấy TRỰC TIẾP từ đề thi 官方样卷 HSK2 (đánh dấu 【官方样卷】)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học nội dung mới — chỉ ôn tập và luyện phản xạ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1/17 ·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các từ sau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— hỏi lại để xác nhận điều đã đoán — đặt cuối câu hỏi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/ 学生 / 你 / 是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是…的 — nhấn mạnh thời gian/nơi/cách đã xảy ra — 是…的 kẹp quanh phần muốn nhấn mạnh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来 / 你 / 什么时候 / 是 / 的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请/让/叫 — sai khiến/nhờ người khác làm gì — A + 请/让/叫 + B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 / 老师 / 回答 / 让 / 学生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2/17 · Bài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thích hợp vào chỗ trống: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还是…吧 — gợi ý nghiêng về 1 phương án — 还是 + hành động + 吧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___ 坐地铁去吧。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 — số lẻ, hơn/mấy — số từ + 多 (+ lượng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教室里有二十 ___ 个学生。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的(định ngữ) — cụm từ bổ nghĩa cho danh từ — cụm từ + 的 + danh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这些书是朋友们送 ___ 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3/17 · Bài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nghĩa cho sẵn: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动词重叠 — làm thử/nhẹ nhàng, thời gian ngắn — lặp lại động từ (AA/ABAB/AAB)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'Thử nghe nhạc một chút' — A) 我听音乐音乐  B) 我听听音乐  C) 我听了音乐音乐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giúp một tay rồi' — A) 他帮了帮忙  B) 他帮帮了忙  C) 他帮忙了帮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4/17 · Bài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— đã từng làm (kinh nghiệm) — động từ + 过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她穿过去年这件衣服一次。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因为…所以 — vì A nên B — 因为 + lý do，所以 + kết quả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所以我生病了，因为没去上班。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的字短语(lược bỏ) — khỏi lặp lại danh từ đã nhắc — cụm từ + 的 (bỏ danh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这件衣服太贵了，还是买那件红色衣服吧。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2274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5/17 · Bài 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Trung, dùng 把: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把字句 — đưa vật cụ thể lên trước động từ — 把 + vật + động từ + phần còn lại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Hãy treo cái áo lên đi.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đã lau sạch cái bàn chưa?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6/17 · Bài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Nhận định sau ĐÚNG hay SAI?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简单/复合趋向补语 — chỉ hướng di chuyển — động từ + 来/去/上/下...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'他走进教室来了' nghĩa là anh ấy đang đi RA khỏi lớp.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都…了 — nhấn mạnh đã muộn/đến lúc — 都 + mốc thời gian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'都十点了' dùng để nhắc rằng đã muộn/đến giờ rồi.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7/17 · Bài 6-7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状态补语 得 — nói làm như thế nào — động từ + 得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他昨天睡 ___ 很晚。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她住 ___ 很远，我想送她回去。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8/17 · Bài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一…就… — B xảy ra ngay sau A — 一 + A，就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/ 就 / 一 / 下课 / 回家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9/17 · Bài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虽然……，但是…… — tuy A nhưng B — 虽然 + A，但是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___ 已经很累了，___ 还是坚持跑完了。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外边下雪了，___ 不太冷。(chỉ dùng 1 vế)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6757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10/17 · Bài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动词「离」— A cách B — A + 离 + B + khoảng cách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'Nhà anh ấy cách nhà tôi rất gần' — A) 他家离我家很近  B) 他家很近离我家  C) 离他家我家很近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11/17 · Bài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选择问句 — nối 2 lựa chọn trong câu hỏi — A + 还是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你想喝茶还是咖啡还是？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连…都/也 — nhấn mạnh trường hợp cực đoan nhất — 连 + trường hợp cực đoan + 都/也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他忙得连饭不都吃。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12/17 · Bài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 — hành động/trạng thái đang tiếp diễn — động từ + 着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Cửa sổ đang mở.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 — mức độ cao nhất — 最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Trong nhà, bố cao nhất.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被字句 — vật bị/được tác động — vật + 被 + người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 bánh đã bị em trai ăn hết rồi.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13/17 · Bài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Câu sau ĐÚNG hay SAI ngữ pháp?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双宾语句(2) — cho ai cái gì — động từ + 给 + người nhận + 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'他送给我一本书' đúng ngữ pháp.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'他送我给一本书' đúng ngữ pháp.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14/17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存现句(2) — nơi chốn có ai/gì xuất hiện — nơi chốn + động từ + 着 + người/vật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墙上挂 ___ 一张照片。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多(cảm thán) — câu cảm thán, mức độ rất cao — 多 + tính từ + 啊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今天天气多 ___ 啊！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15/17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 (làm nhiều hơn, KHÔNG phải cảm thán):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副词「多」+ động từ — làm nhiều hơn — 多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'Trời lạnh rồi, hãy mặc thêm quần áo vào' — A) 天冷了，多穿点衣服！  B) 天冷了，穿多点衣服！  C) 天冷了，衣服多穿点！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15943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16/17 · Bài 14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已经…没…了 — đã lâu không làm gì — 已经 + thời gian + 没 + động từ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/ 我 / 两 / 年 / 没 / 已经 / 回国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/ 上 / 了 / 爱 / 中文课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17/17 · Bài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有字句(2) — đạt tới mức độ nào đó — 有 + số lượng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nửa năm rồi không gặp' — A) 我们有半年没见了  B) 我们没半年有见了  C) 我们半年有没见了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补语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6 loại bổ ngữ đã học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1"/>
          <a:ext cx="11094413" cy="444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810"/>
                <a:gridCol w="5150232"/>
                <a:gridCol w="3019101"/>
                <a:gridCol w="731270"/>
              </a:tblGrid>
              <a:tr h="47865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Loại bổ ngữ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结果补语 (kết quả)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bổ ngữ kết quả (完/好/到...)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作业做完了。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简单趋向补语 (xu hướng đơn)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来/去/上/下/进/出...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快进来吧。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复合趋向补语 (xu hướng kép)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xu hướng đơn + 来/去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他跑过去了。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状态补语 得 (trạng thái)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得 + tính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他昨天睡得很晚。【官方样卷】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6-7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时量补语 (thời lượng)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(了) + khoảng thời gian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他在公司工作了两个月。【官方样卷】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动量补语 (số lần)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数词 + 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这药一天吃三次。【官方样卷】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Cả 6 loại đều đứng SAU động từ chính — phân biệt bằng Ý NGHĨA, không phải vị trí. 【官方样卷】= câu trích từ HSK(二级)样卷 chính thức.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比较句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比较句 đầy đủ (1)-(8)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0"/>
          <a:ext cx="11094413" cy="4441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69"/>
                <a:gridCol w="5748259"/>
                <a:gridCol w="2330375"/>
                <a:gridCol w="639710"/>
              </a:tblGrid>
              <a:tr h="36893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(1) Cơ bản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（身体）比昨天好。【官方样卷】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(2) Chênh nhẹ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这个比那个便宜一点儿。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(3) Phủ định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没有 + B + (这么/那么)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弟弟没有哥哥高。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8-9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(4) Chênh lớn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多了/得多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这儿比那儿安静多了。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(5) Có bổ ngữ trạng thái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比 đặt trước HOẶC sau động từ đều được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他比我起得早。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(6) Vừa tân ngữ vừa bổ ngữ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Đảo tân ngữ lên đầu, hoặc LẶP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他汉字写得比我好。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(7) Chênh cụ thể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số lượng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今年比去年冷五度。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(8) Chênh nhẹ (nhắc lại)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哥哥比我瘦一些。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(2) và (8) cùng 1 cấu trúc — sách nhắc lại có chủ đích. (1) trích từ 官方样卷, còn lại tự soạn (样卷 không có ví dụ 比较句 nâng cao, ngoài phạm vi HSK2 2.0).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Hoàn thành ôn tập ngữ pháp!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Tiếp theo: Phần 2 — Ôn tập ~210 từ vựng theo chủ đề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Khởi động: trả lời 2 câu hỏi trước khi vào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请说一下你周末一般做什么。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Cuối tuần bạn thường dậy lúc mấy giờ? — 主体: Bạn thường làm gì vào cuối tuần? — 结尾: Bạn thích cuối tuần hay ngày thường hơn?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你觉得在中国旅游怎么样？为什么？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Bạn có muốn đi du lịch Trung Quốc không? — 主体: Vì sao bạn nghĩ vậy? — 结尾: Nếu đi, bạn muốn đến thành phố nào nhất?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tổng hợp — Phần 2: Từ vựng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38 nhóm × 5 từ ≈ 190 từ HSK2 3.0 (đã loại 20 từ trùng HSK1: màu sắc, 帮/包/本子/地铁/飞/高/好/花/咖啡/妻子/书包/踢/一起/走路/那...)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1 slide, xen kẽ 2 dạng: đọc câu ví dụ đầy đủ (5 từ chỉ 汉字+pinyin, KHÔNG nghĩa — tự dịch) HOẶC cùng câu nhưng ĐỤC LỖ 5 từ đó, KHÔNG gợi ý — điền lại đúng chữ Hán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不好意思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老师说得太快，我没听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懂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，你可以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我帮个忙、再讲一遍吗？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 yì sī ， zhè cì lǎo shī shuō de tài kuài ， wǒ méi tīng dǒng ， nǐ kě yǐ gěi wǒ bāng gè máng 、 zài jiǎng yī biàn ma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bāngmáng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hǎoyìsi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懂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dǒng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gěi</a:t>
            </a:r>
          </a:p>
        </p:txBody>
      </p:sp>
      <p:pic>
        <p:nvPicPr>
          <p:cNvPr id="13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介绍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(jièshào)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(lǚyóu)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(ràng)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爸爸不[___]我一个人去北京[___]，但听说他[___]的朋友会去机场[___]我，他[___]放心同意了。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bà bà bù [___] wǒ yí gè rén qù běi jīng [___] ， dàn tīng shuō tā [___] de péng yǒu huì qù jī chǎng [___] wǒ ， tā [___] fàng xīn tóng yì le 。</a:t>
            </a:r>
          </a:p>
        </p:txBody>
      </p:sp>
      <p:pic>
        <p:nvPicPr>
          <p:cNvPr id="8" name="Picture 7" descr="g0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十二点了，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玩电脑了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啊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候我真不懂你说这句话是什么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 jīng shí èr diǎn le ， bié wán diàn nǎo le a ！ yǒu shí hòu wǒ zhēn bù dǒng nǐ shuō zhè jù huà shì shén me yì si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yǐjīng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意思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yǒushí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</a:t>
            </a:r>
          </a:p>
        </p:txBody>
      </p:sp>
      <p:pic>
        <p:nvPicPr>
          <p:cNvPr id="13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(gōngjiāochē)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(guòlái)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(chēzhàn)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(dǎchē)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我在[___]等了很久[___]，[___]它一直没开[___]，才发现自己看错站了，只能赶紧[___]去公司。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zài [___] děng le hěn jiǔ [___] ， [___] tā yì zhí méi kāi [___] ， cái fā xiàn zì jǐ kàn cuò zhàn le ， zhǐ néng gǎn jǐn [___] qù gōng sī 。</a:t>
            </a:r>
          </a:p>
        </p:txBody>
      </p:sp>
      <p:pic>
        <p:nvPicPr>
          <p:cNvPr id="8" name="Picture 7" descr="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232152"/>
            <a:ext cx="4206240" cy="4206240"/>
          </a:xfrm>
          <a:prstGeom prst="rect">
            <a:avLst/>
          </a:prstGeom>
        </p:spPr>
      </p:pic>
      <p:pic>
        <p:nvPicPr>
          <p:cNvPr id="9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70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电影马上要开始了，那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手里拿着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的学生，到底是在这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教室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在外面？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 yǐng mǎ shàng yào kāi shǐ le ， nà míng shǒu lǐ ná zhe piào de xué shēng ， dào dǐ shì zài zhè jiān jiào shì ， hái shì zài wài miàn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piào</a:t>
            </a:r>
          </a:p>
        </p:txBody>
      </p:sp>
      <p:pic>
        <p:nvPicPr>
          <p:cNvPr id="13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远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(yuǎn)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(wǎngshang)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(wàiguó)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(búcuò)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这种相机国内没有，虽然地方很[___]，还要一[___]块，但在[___]买这个[___]品牌确实[___]。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zhè zhǒng xiàng jī guó nèi méi yǒu ， suī rán dì fāng hěn [___] ， hái yào yī [___] kuài ， dàn zài [___] mǎi zhè ge [___] pǐn pái què shí [___] 。</a:t>
            </a:r>
          </a:p>
        </p:txBody>
      </p:sp>
      <p:pic>
        <p:nvPicPr>
          <p:cNvPr id="8" name="Picture 7" descr="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2507"/>
            <a:ext cx="4206240" cy="2805529"/>
          </a:xfrm>
          <a:prstGeom prst="rect">
            <a:avLst/>
          </a:prstGeom>
        </p:spPr>
      </p:pic>
      <p:pic>
        <p:nvPicPr>
          <p:cNvPr id="9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出去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工作我都觉得很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，只要一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回去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房间，我就不想再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回来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公司了。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měi cì chū qù gōng zuò wǒ dōu jué de hěn lèi ， zhǐ yào yī huí qù fáng jiān ， wǒ jiù bù xiǎng zài huí lái gōng sī le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chūqù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huílái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huíqù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lèi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měi</a:t>
            </a:r>
          </a:p>
        </p:txBody>
      </p:sp>
      <p:pic>
        <p:nvPicPr>
          <p:cNvPr id="12" name="slide3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完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(ná)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为什么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(wèishénme)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送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(sòng)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(shǒu)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你用[___][___]着的生日礼物都准备[___]了，[___]不想去[___]给她？你还在生气吗？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yòng [___] [___] zhe de shēng rì lǐ wù dōu zhǔn bèi [___] le ， [___] bù xiǎng qù [___] gěi tā ？ nǐ hái zài shēng qì ma ？</a:t>
            </a:r>
          </a:p>
        </p:txBody>
      </p:sp>
      <p:pic>
        <p:nvPicPr>
          <p:cNvPr id="8" name="Picture 7" descr="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956" y="2178304"/>
            <a:ext cx="2875957" cy="4313936"/>
          </a:xfrm>
          <a:prstGeom prst="rect">
            <a:avLst/>
          </a:prstGeom>
        </p:spPr>
      </p:pic>
      <p:pic>
        <p:nvPicPr>
          <p:cNvPr id="9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过去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自己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衣服，没想到现在用机器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这么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方便，生活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 qù wǒ dōu zì jǐ xǐ yī fú ， méi xiǎng dào xiàn zài yòng jī qì zhè me fāng biàn ， shēng huó gèng hǎo le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自己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zìjǐ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guòqù</a:t>
            </a:r>
          </a:p>
        </p:txBody>
      </p:sp>
      <p:pic>
        <p:nvPicPr>
          <p:cNvPr id="13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商场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(shāngchǎng)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(kùzi)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(jìnqù)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试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我以前来[___]这个[___]，里面衣服很好看，我们[___][___]一下这条新[___]吧。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yǐ qián lái [___] zhè ge [___] ， lǐ miàn yī fú hěn hǎo kàn ， wǒ men [___] [___] yī xià zhè tiáo xīn [___] ba 。</a:t>
            </a:r>
          </a:p>
        </p:txBody>
      </p:sp>
      <p:pic>
        <p:nvPicPr>
          <p:cNvPr id="8" name="Picture 7" descr="g1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40723"/>
            <a:ext cx="4206240" cy="2789098"/>
          </a:xfrm>
          <a:prstGeom prst="rect">
            <a:avLst/>
          </a:prstGeom>
        </p:spPr>
      </p:pic>
      <p:pic>
        <p:nvPicPr>
          <p:cNvPr id="9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因为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我们要买这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一样的裤子去旅游，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所以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跟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朋友在这儿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等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店门打开。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 wèi wǒ men yào mǎi zhè tiáo yī yàng de kù zi qù lǚ yóu ， suǒ yǐ wǒ men hái yào gēn péng yǒu zài zhè ér děng diàn mén dǎ kāi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suǒyǐ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等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děng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</a:t>
            </a:r>
          </a:p>
        </p:txBody>
      </p:sp>
      <p:pic>
        <p:nvPicPr>
          <p:cNvPr id="12" name="slide3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(jìnlái)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酒店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(jiǔdiàn)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(kuài)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礼物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(lǐwù)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你[___][___]吧，我在[___]房间准备了生日[___]，还有一碗你爱吃的[___]。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[___] [___] ba ， wǒ zài [___] fáng jiān zhǔn bèi le shēng rì [___] ， hái yǒu yī wǎn nǐ ài chī de [___] 。</a:t>
            </a:r>
          </a:p>
        </p:txBody>
      </p:sp>
      <p:pic>
        <p:nvPicPr>
          <p:cNvPr id="8" name="Picture 7" descr="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4771"/>
            <a:ext cx="4206240" cy="3161002"/>
          </a:xfrm>
          <a:prstGeom prst="rect">
            <a:avLst/>
          </a:prstGeom>
        </p:spPr>
      </p:pic>
      <p:pic>
        <p:nvPicPr>
          <p:cNvPr id="9" name="slide3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5000"/>
            <a:ext cx="3550212" cy="4733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奶奶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让外卖员把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奶茶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送到了楼下，弟弟不方便走下去拿，就叫我赶快走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，再帮他拿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 nǎi ràng wài mài yuán bǎ nǎi chá sòng dào le lóu xià ， dì di bù fāng biàn zǒu xià qù ná ， jiù jiào wǒ gǎn kuài zǒu xià lái ， zài bāng tā ná shàng lái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nǎichá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shànglái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shàngqù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xiàlái</a:t>
            </a:r>
          </a:p>
        </p:txBody>
      </p:sp>
      <p:pic>
        <p:nvPicPr>
          <p:cNvPr id="13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准备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(zhǔnbèi)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(yéye)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一会儿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(yíhuìr)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(xiàqù)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(xiàmian)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[___]正坐在楼[___]看小朋友们玩儿，我[___][___]也走[___]，陪他聊聊天。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zhèng zuò zài lóu [___] kàn xiǎo péng yǒu men wán ér ， wǒ [___] [___] yě zǒu [___] ， péi tā liáo liáo tiān 。</a:t>
            </a:r>
          </a:p>
        </p:txBody>
      </p:sp>
      <p:pic>
        <p:nvPicPr>
          <p:cNvPr id="8" name="Picture 7" descr="g14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3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9574"/>
            <a:ext cx="3550211" cy="3964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坐了这么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时间的火车，我一到房间就想躺在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床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上不想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动，连朋友送的生日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蛋糕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都不想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le zhè me cháng shí jiān de huǒ chē ， wǒ yī dào fáng jiān jiù xiǎng tǎng zài chuáng shàng bù xiǎng zǒu dòng ， lián péng yǒu sòng de shēng rì dàn gāo dōu bù xiǎng dǎ kāi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zǒu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chuáng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dǎkāi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蛋糕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dàngāo</a:t>
            </a:r>
          </a:p>
        </p:txBody>
      </p:sp>
      <p:pic>
        <p:nvPicPr>
          <p:cNvPr id="13" name="slide3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(kuàilè)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画笔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(huàbǐ)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(huà)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妹妹拿着新买的[___]，很高兴[___]在纸上[___]了一张卡片，祝姐姐生日[___]，希望她每[___]一天都过得非常美好。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mèi mèi ná zhe xīn mǎi de [___] ， hěn gāo xìng [___] zài zhǐ shàng [___] le yī zhāng kǎ piàn ， zhù jiě jiě shēng rì [___] ， xī wàng tā měi [___] yī tiān dōu guò de fēi cháng měi hǎo 。</a:t>
            </a:r>
          </a:p>
        </p:txBody>
      </p:sp>
      <p:pic>
        <p:nvPicPr>
          <p:cNvPr id="8" name="Picture 7" descr="g1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3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，我穿了一身很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舒服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的衣服去吃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鱼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肉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，你可别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忘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了来啊！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 tiān shì wǒ de shēng rì ， wǒ chuān le yī shēn hěn shū fú de yī fú qù chī yú hé ròu ， nǐ kě bié wàng le lái a 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肉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ròu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shēngrì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舒服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鱼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yú</a:t>
            </a:r>
          </a:p>
        </p:txBody>
      </p:sp>
      <p:pic>
        <p:nvPicPr>
          <p:cNvPr id="12" name="slide4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开始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(kāishǐ)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(dǎ)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(àihào)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(cóng)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我的[___]是[___]网球，[___]十岁[___]，我就练[___]非常好。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de [___] shì [___] wǎng qiú ， [___] shí suì [___] ， wǒ jiù liàn [___] fēi cháng hǎo 。</a:t>
            </a:r>
          </a:p>
        </p:txBody>
      </p:sp>
      <p:pic>
        <p:nvPicPr>
          <p:cNvPr id="8" name="Picture 7" descr="g1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69617"/>
            <a:ext cx="4206240" cy="3331309"/>
          </a:xfrm>
          <a:prstGeom prst="rect">
            <a:avLst/>
          </a:prstGeom>
        </p:spPr>
      </p:pic>
      <p:pic>
        <p:nvPicPr>
          <p:cNvPr id="9" name="slide4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9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他喜欢打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篮球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跑步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，看他在操场上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的样子，就知道他未来想当体育老师。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xǐ huān dǎ lán qiú hé pǎo bù ， kàn tā zài cāo chǎng shàng wǎng qián pǎo qù jiē qiú de yàng zi ， jiù zhī dào tā wèi lái xiǎng dāng tǐ yù lǎo shī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篮球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pǎobù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</a:t>
            </a:r>
          </a:p>
        </p:txBody>
      </p:sp>
      <p:pic>
        <p:nvPicPr>
          <p:cNvPr id="13" name="slide4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爱情片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(àiqíngpiàn)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足球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(zúqiú)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运动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(yùndòng)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游泳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(yóuyǒng)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哥哥最喜欢的[___]是踢[___]，还喜欢去海里[___]，他[___]得很好，也不喜欢天天闷在家里看[___]。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gē gē zuì xǐ huān de [___] shì tī [___] ， hái xǐ huān qù hǎi lǐ [___] ， tā [___] de hěn hǎo ， yě bù xǐ huān tiān tiān mēn zài jiā lǐ kàn [___] 。</a:t>
            </a:r>
          </a:p>
        </p:txBody>
      </p:sp>
      <p:pic>
        <p:nvPicPr>
          <p:cNvPr id="8" name="Picture 7" descr="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4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73138"/>
            <a:ext cx="3550210" cy="2357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记得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学校门前那家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饭馆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的菜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其他地方便宜一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点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但是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人太多了。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 de xué xiào mén qián nà jiā fàn guǎn de cài bǐ qí tā dì fāng pián yi yì diǎn ， dàn shì rén tài duō le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dànshì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diǎn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饭馆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fànguǎn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记得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jìde</a:t>
            </a:r>
          </a:p>
        </p:txBody>
      </p:sp>
      <p:pic>
        <p:nvPicPr>
          <p:cNvPr id="13" name="slide4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有意思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(yǒuyìsi)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(yòu)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(shǒubiǎo)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右边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(yòubian)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(suīrán)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[___]这块[___]很贵，但它[___]比左边的设计更[___]，我很喜欢，[___]手戴着正合适。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zhè kuài [___] hěn guì ， dàn tā [___] bǐ zuǒ biān de shè jì gèng [___] ， wǒ hěn xǐ huān ， [___] shǒu dài zhe zhèng hé shì 。</a:t>
            </a:r>
          </a:p>
        </p:txBody>
      </p:sp>
      <p:pic>
        <p:nvPicPr>
          <p:cNvPr id="8" name="Picture 7" descr="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018719"/>
            <a:ext cx="4206240" cy="2633106"/>
          </a:xfrm>
          <a:prstGeom prst="rect">
            <a:avLst/>
          </a:prstGeom>
        </p:spPr>
      </p:pic>
      <p:pic>
        <p:nvPicPr>
          <p:cNvPr id="9" name="slide4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照片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左边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个子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很高的人就是我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丈夫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，他正在帮我修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了的手机，说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左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比右难修一点。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zhào piān zuǒ biān nà ge gè zi hěn gāo de rén jiù shì wǒ zhàng fū ， tā zhèng zài bāng wǒ xiū huài le de shǒu jī ， shuō zuǒ bǐ yòu nán xiū yì diǎn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丈夫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zhàngfu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左边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zuǒbian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huài</a:t>
            </a:r>
          </a:p>
        </p:txBody>
      </p:sp>
      <p:pic>
        <p:nvPicPr>
          <p:cNvPr id="13" name="slide4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男孩儿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(nánháir)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门口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(ménkǒu)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近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(lí)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那么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(nàme)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那个[___]因为没穿校服，虽然他家[___]学校[___][___]，但现在也只能站在学校[___]让值日生检查。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nà ge [___] yīn wèi méi chuān xiào fú ， suī rán tā jiā [___] xué xiào [___] [___] ， dàn xiàn zài yě zhǐ néng zhàn zài xué xiào [___] ràng zhí rì shēng jiǎn chá 。</a:t>
            </a:r>
          </a:p>
        </p:txBody>
      </p:sp>
      <p:pic>
        <p:nvPicPr>
          <p:cNvPr id="8" name="Picture 7" descr="g24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530" y="2178304"/>
            <a:ext cx="3024810" cy="4313936"/>
          </a:xfrm>
          <a:prstGeom prst="rect">
            <a:avLst/>
          </a:prstGeom>
        </p:spPr>
      </p:pic>
      <p:pic>
        <p:nvPicPr>
          <p:cNvPr id="9" name="slide4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68404"/>
            <a:ext cx="3550212" cy="236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我们学了很多新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，请大家拿着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笔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，在生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旁边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写出汉语拼音。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yī zhōu wǒ men xué le hěn duō xīn cí ， qǐng dà jiā ná zhe bǐ ， zài shēng cí páng biān zhè yàng xiě chū hàn yǔ pīn yīn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旁边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pángbiān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zhèyàng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cí</a:t>
            </a:r>
          </a:p>
        </p:txBody>
      </p:sp>
      <p:pic>
        <p:nvPicPr>
          <p:cNvPr id="13" name="slide4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(kāixué)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(cuò)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(kǎoshì)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后面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(hòumiàn)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刚[___]老师就让我们参加[___]，我因为坐在教室[___]，没听清题目，结果[___][___]了很多题。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gāng [___] lǎo shī jiù ràng wǒ men cān jiā [___] ， wǒ yīn wèi zuò zài jiào shì [___] ， méi tīng qīng tí mù ， jié guǒ [___] [___] le hěn duō tí 。</a:t>
            </a:r>
          </a:p>
        </p:txBody>
      </p:sp>
      <p:pic>
        <p:nvPicPr>
          <p:cNvPr id="8" name="Picture 7" descr="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3192"/>
            <a:ext cx="4206240" cy="2804160"/>
          </a:xfrm>
          <a:prstGeom prst="rect">
            <a:avLst/>
          </a:prstGeom>
        </p:spPr>
      </p:pic>
      <p:pic>
        <p:nvPicPr>
          <p:cNvPr id="9" name="slide4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快要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结束了，他看到最后一道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题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非常简单，便高兴地推开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着跑了出去，身体也跟着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了一下。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 shì kuài yào jié shù le ， tā kàn dào zuì hòu yī dào tí fēi cháng jiǎn dān ， biàn gāo xìng de tuī kāi mén ， xiào zhe pǎo le chū qù ， shēn tǐ yě gēn zhe dòng le yī xià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快要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kuàiyào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dòng</a:t>
            </a:r>
          </a:p>
        </p:txBody>
      </p:sp>
      <p:pic>
        <p:nvPicPr>
          <p:cNvPr id="13" name="slide5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身体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(shēntǐ)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路上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(lùshang)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经常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(jīngcháng)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爷爷最近[___]不太好，在[___]走得很[___]，所以不[___]让他一个人[___]公园，我都陪着他。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yé yé zuì jìn [___] bù tài hǎo ， zài [___] zǒu de hěn [___] ， suǒ yǐ bù [___] ràng tā yí gè rén [___] gōng yuán ， wǒ dōu péi zhe tā 。</a:t>
            </a:r>
          </a:p>
        </p:txBody>
      </p:sp>
      <p:pic>
        <p:nvPicPr>
          <p:cNvPr id="8" name="Picture 7" descr="g2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35" y="2178304"/>
            <a:ext cx="3528799" cy="4313936"/>
          </a:xfrm>
          <a:prstGeom prst="rect">
            <a:avLst/>
          </a:prstGeom>
        </p:spPr>
      </p:pic>
      <p:pic>
        <p:nvPicPr>
          <p:cNvPr id="9" name="slide5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我现在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特别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疼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还发烧了，你能去外面的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帮我买点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xiàn zài tóu tè bié téng ， tóng shí hái fā shāo le ， nǐ néng qù wài miàn de yào diàn bāng wǒ mǎi diǎn yào ma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疼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yàodiàn</a:t>
            </a:r>
          </a:p>
        </p:txBody>
      </p:sp>
      <p:pic>
        <p:nvPicPr>
          <p:cNvPr id="13" name="slide5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(zuì)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楼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从小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(cóngxiǎo)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(qíng)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今天天气是[___][___]的，我[___]就喜欢坐在[___]上看[___]外面的风景。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jīn tiān tiān qì shì [___] [___] de ， wǒ [___] jiù xǐ huān zuò zài [___] shàng kàn [___] wài miàn de fēng jǐng 。</a:t>
            </a:r>
          </a:p>
        </p:txBody>
      </p:sp>
      <p:pic>
        <p:nvPicPr>
          <p:cNvPr id="8" name="Picture 7" descr="g3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739662"/>
            <a:ext cx="4206240" cy="1191220"/>
          </a:xfrm>
          <a:prstGeom prst="rect">
            <a:avLst/>
          </a:prstGeom>
        </p:spPr>
      </p:pic>
      <p:pic>
        <p:nvPicPr>
          <p:cNvPr id="9" name="slide5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696620"/>
            <a:ext cx="3550210" cy="2710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快看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外面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，天气好像要下大雨了，天变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了，这种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事情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让我想起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小时候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，总爱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在窗边看鸟找地方躲雨。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 kàn wài miàn ， tiān qì hǎo xiàng yào xià dà yǔ le ， tiān biàn yīn le ， zhè zhǒng shì qíng ràng wǒ xiǎng qǐ xiǎo shí hòu ， zǒng ài zhàn zài chuāng biān kàn niǎo zhǎo dì fāng duǒ yǔ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事情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shìqing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小时候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xiǎoshíhou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</a:t>
            </a:r>
          </a:p>
        </p:txBody>
      </p:sp>
      <p:pic>
        <p:nvPicPr>
          <p:cNvPr id="13" name="slide5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(zhèng)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(bān)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告诉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(gàosu)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(kěnéng)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(jiāo)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张老师[___][___]我们，他[___]要[___]全[___]一首新歌。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zhāng lǎo shī [___] [___] wǒ men ， tā [___] yào [___] quán [___] yī shǒu xīn gē 。</a:t>
            </a:r>
          </a:p>
        </p:txBody>
      </p:sp>
      <p:pic>
        <p:nvPicPr>
          <p:cNvPr id="8" name="Picture 7" descr="g3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018719"/>
            <a:ext cx="4206240" cy="2633106"/>
          </a:xfrm>
          <a:prstGeom prst="rect">
            <a:avLst/>
          </a:prstGeom>
        </p:spPr>
      </p:pic>
      <p:pic>
        <p:nvPicPr>
          <p:cNvPr id="9" name="slide5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希望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里面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的房间也能像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整齐，最近迷上了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找装修图片。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xī wàng lǐ miàn de fáng jiān yě néng xiàng shàng miàn nà yàng zhěng qí ， zuì jìn mí shàng le shàng wǎng zhǎo zhuāng xiū tú piàn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lǐmiàn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nàyàng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shàngwǎng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希望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xīwàng</a:t>
            </a:r>
          </a:p>
        </p:txBody>
      </p:sp>
      <p:pic>
        <p:nvPicPr>
          <p:cNvPr id="12" name="slide5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(xīnnián)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洗手间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(xǐshǒujiān)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(guònián)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(fángzi)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(méiyìsi)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[___]快到了，我们打算回老[___][___]，可是那间[___]坏了，觉得有点[___]。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kuài dào le ， wǒ men dǎ suàn huí lǎo [___] [___] ， kě shì nà jiān [___] huài le ， jué de yǒu diǎn [___] 。</a:t>
            </a:r>
          </a:p>
        </p:txBody>
      </p:sp>
      <p:pic>
        <p:nvPicPr>
          <p:cNvPr id="8" name="Picture 7" descr="g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5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18745"/>
            <a:ext cx="3550211" cy="2666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前面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女孩儿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正带着几个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小孩儿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，跳得特别可爱。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qián miàn nà wèi nǚ hái ér zhèng dài zhe jǐ gè xiǎo hái ér yì qǐ tiào wǔ ， tiào de tè bié kě ài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女孩儿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nǚháir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qiánmiàn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tiàowǔ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小孩儿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xiǎoháir</a:t>
            </a:r>
          </a:p>
        </p:txBody>
      </p:sp>
      <p:pic>
        <p:nvPicPr>
          <p:cNvPr id="13" name="slide5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(gāozhōng)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眼睛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(yǎnjing)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(chūmén)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(xìng)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(chūguó)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我表姐[___]王，[___]毕业后就[___]了，[___]前她[___]里都是不舍的泪水。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biǎo jiě [___] wáng ， [___] bì yè hòu jiù [___] le ， [___] qián tā [___] lǐ dōu shì bù shě de lèi shuǐ 。</a:t>
            </a:r>
          </a:p>
        </p:txBody>
      </p:sp>
      <p:pic>
        <p:nvPicPr>
          <p:cNvPr id="8" name="Picture 7" descr="g3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53187"/>
            <a:ext cx="4206240" cy="3364170"/>
          </a:xfrm>
          <a:prstGeom prst="rect">
            <a:avLst/>
          </a:prstGeom>
        </p:spPr>
      </p:pic>
      <p:pic>
        <p:nvPicPr>
          <p:cNvPr id="9" name="slide5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忘了带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门票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的地址我都记得，就是找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有点麻烦。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men hǎo xiàng wàng le dài mén piào ， hái hǎo jī piào hé jī chǎng de dì zhǐ wǒ dōu jì de ， jiù shì zhǎo lù yǒu diǎn má fán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hǎoxiàng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jīchǎng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jīpiào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ménpiào</a:t>
            </a:r>
          </a:p>
        </p:txBody>
      </p:sp>
      <p:pic>
        <p:nvPicPr>
          <p:cNvPr id="13" name="slide6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姓名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(xìngmíng)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鸟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北京烤鸭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(Běijīng Kǎoyā)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颐和园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(Yíhé Yuán)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(Běijīng Dàxué)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去[___]那天，我们看到很多[___]，还在门口登记了[___]，中午在[___]附近吃了正宗的[___]。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qù [___] nà tiān ， wǒ men kàn dào hěn duō [___] ， hái zài mén kǒu dēng jì le [___] ， zhōng wǔ zài [___] fù jìn chī le zhèng zōng de [___] 。</a:t>
            </a:r>
          </a:p>
        </p:txBody>
      </p:sp>
      <p:pic>
        <p:nvPicPr>
          <p:cNvPr id="8" name="Picture 7" descr="g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157525"/>
            <a:ext cx="4206240" cy="2355494"/>
          </a:xfrm>
          <a:prstGeom prst="rect">
            <a:avLst/>
          </a:prstGeom>
        </p:spPr>
      </p:pic>
      <p:pic>
        <p:nvPicPr>
          <p:cNvPr id="9" name="slide6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