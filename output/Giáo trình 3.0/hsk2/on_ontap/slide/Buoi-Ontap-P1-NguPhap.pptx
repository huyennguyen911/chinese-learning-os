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3"/><Relationship Id="rId3" Type="http://schemas.openxmlformats.org/officeDocument/2006/relationships/video" Target="../media/media1.mp3"/><Relationship Id="rId4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Ôn tập tổng hợp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Phần 1 · Ngữ pháp — 15 bài, New HSK Course 2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HSK2 · Ôn tập cuối khoá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口语热身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Khởi động: trả lời 2 câu hỏi trước khi vào bài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请介绍一下你最喜欢的一个节日。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开头: Đó là lễ gì? Bạn thường làm gì vào dịp đó? — 主体: Vì sao bạn thích lễ đó? — 结尾: Bạn mong chờ điều gì nhất ở lễ đó?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你觉得学开车难不难？为什么？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开头: Bạn thấy học lái xe khó hay dễ? — 主体: Vì sao bạn nghĩ vậy? — 结尾: Bạn có muốn học lái xe không?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Mục tiêu buổi ôn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Mỗi điểm ngữ pháp: 1 dòng [ngữ pháp — mục đích — cách dùng] rồi tới bài tập kiểm tra ngay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Mỗi nhóm 1 dạng bài tập khác nhau: sắp xếp câu, điền từ, trắc nghiệm, tìm lỗi sai, dịch nhanh, đúng/sai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Một số câu bài tập lấy TRỰC TIẾP từ đề thi 官方样卷 HSK2 (đánh dấu 【官方样卷】)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Không học nội dung mới — chỉ ôn tập và luyện phản xạ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1/17 · Bài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Sắp xếp thành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Sắp xếp các từ sau thành câu đúng: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 — hỏi lại để xác nhận điều đã đoán — đặt cuối câu hỏi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 / 学生 / 你 / 是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是…的 — nhấn mạnh thời gian/nơi/cách đã xảy ra — 是…的 kẹp quanh phần muốn nhấn mạnh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来 / 你 / 什么时候 / 是 / 的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请/让/叫 — sai khiến/nhờ người khác làm gì — A + 请/让/叫 + B + động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问题 / 老师 / 回答 / 让 / 学生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2/17 · Bài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từ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từ thích hợp vào chỗ trống: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还是…吧 — gợi ý nghiêng về 1 phương án — 还是 + hành động + 吧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 ___ 坐地铁去吧。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 — số lẻ, hơn/mấy — số từ + 多 (+ lượng từ)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教室里有二十 ___ 个学生。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的(định ngữ) — cụm từ bổ nghĩa cho danh từ — cụm từ + 的 + danh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这些书是朋友们送 ___ 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3/17 · Bài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Trắc nghiệm chọn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câu ĐÚNG cho ý nghĩa cho sẵn: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动词重叠 — làm thử/nhẹ nhàng, thời gian ngắn — lặp lại động từ (AA/ABAB/AAB)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'Thử nghe nhạc một chút' — A) 我听音乐音乐  B) 我听听音乐  C) 我听了音乐音乐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'Đã giúp một tay rồi' — A) 他帮了帮忙  B) 他帮帮了忙  C) 他帮忙了帮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4/17 · Bài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Tìm và sửa câu 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Mỗi câu sau có 1 lỗi — tìm và sửa lại: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 — đã từng làm (kinh nghiệm) — động từ + 过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她穿过去年这件衣服一次。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因为…所以 — vì A nên B — 因为 + lý do，所以 + kết quả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所以我生病了，因为没去上班。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的字短语(lược bỏ) — khỏi lặp lại danh từ đã nhắc — cụm từ + 的 (bỏ danh từ)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这件衣服太贵了，还是买那件红色衣服吧。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922747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5/17 · Bài 4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Dịch nhanh Việt → Trung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Dịch nhanh sang tiếng Trung, dùng 把: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把字句 — đưa vật cụ thể lên trước động từ — 把 + vật + động từ + phần còn lại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Hãy treo cái áo lên đi.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Bạn đã lau sạch cái bàn chưa?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6/17 · Bài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Đúng hay Sai?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Nhận định sau ĐÚNG hay SAI?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简单/复合趋向补语 — chỉ hướng di chuyển — động từ + 来/去/上/下...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'他走进教室来了' nghĩa là anh ấy đang đi RA khỏi lớp.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都…了 — nhấn mạnh đã muộn/đến lúc — 都 + mốc thời gian + 了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'都十点了' dùng để nhắc rằng đã muộn/đến giờ rồi.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7/17 · Bài 6-7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từ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chữ còn thiếu: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状态补语 得 — nói làm như thế nào — động từ + 得 + tính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他昨天睡 ___ 很晚。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她住 ___ 很远，我想送她回去。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8/17 · Bài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Sắp xếp thành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Sắp xếp thành câu đúng: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一…就… — B xảy ra ngay sau A — 一 + A，就 + B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 / 就 / 一 / 下课 / 回家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9/17 · Bài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từ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từ còn thiếu: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虽然……，但是…… — tuy A nhưng B — 虽然 + A，但是 + B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 ___ 已经很累了，___ 还是坚持跑完了。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外边下雪了，___ 不太冷。(chỉ dùng 1 vế)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46757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10/17 · Bài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Trắc nghiệm chọn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câu ĐÚNG cho ý sau: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动词「离」— A cách B — A + 离 + B + khoảng cách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'Nhà anh ấy cách nhà tôi rất gần' — A) 他家离我家很近  B) 他家很近离我家  C) 离他家我家很近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11/17 · Bài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Tìm và sửa câu 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Mỗi câu sau có 1 lỗi — tìm và sửa lại: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选择问句 — nối 2 lựa chọn trong câu hỏi — A + 还是 + B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你想喝茶还是咖啡还是？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连…都/也 — nhấn mạnh trường hợp cực đoan nhất — 连 + trường hợp cực đoan + 都/也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他忙得连饭不都吃。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12/17 · Bài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Dịch nhanh Việt → Trung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Dịch nhanh sang tiếng Trung: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着 — hành động/trạng thái đang tiếp diễn — động từ + 着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Cửa sổ đang mở.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最 — mức độ cao nhất — 最 + tính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Trong nhà, bố cao nhất.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3.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被字句 — vật bị/được tác động — vật + 被 + người + động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Cái bánh đã bị em trai ăn hết rồi.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13/17 · Bài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Đúng hay Sai?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Câu sau ĐÚNG hay SAI ngữ pháp?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双宾语句(2) — cho ai cái gì — động từ + 给 + người nhận + vật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'他送给我一本书' đúng ngữ pháp.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'他送我给一本书' đúng ngữ pháp.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14/17 · Bài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Điền từ vào chỗ trống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Điền chữ còn thiếu: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存现句(2) — nơi chốn có ai/gì xuất hiện — nơi chốn + động từ + 着 + người/vật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墙上挂 ___ 一张照片。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多(cảm thán) — câu cảm thán, mức độ rất cao — 多 + tính từ + 啊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今天天气多 ___ 啊！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15/17 · Bài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Trắc nghiệm chọn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câu ĐÚNG cho ý sau (làm nhiều hơn, KHÔNG phải cảm thán):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副词「多」+ động từ — làm nhiều hơn — 多 + động từ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'Trời lạnh rồi, hãy mặc thêm quần áo vào' — A) 天冷了，多穿点衣服！  B) 天冷了，穿多点衣服！  C) 天冷了，衣服多穿点！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15943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16/17 · Bài 14 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Sắp xếp thành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Sắp xếp thành câu đúng: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已经…没…了 — đã lâu không làm gì — 已经 + thời gian + 没 + động từ + 了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了 / 我 / 两 / 年 / 没 / 已经 / 回国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2.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 / 上 / 了 / 爱 / 中文课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85923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17/17 · Bài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Trắc nghiệm chọn câu đúng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Chọn câu ĐÚNG cho ý sau: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1. </a:t>
            </a: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有字句(2) — đạt tới mức độ nào đó — 有 + số lượng</a:t>
            </a:r>
          </a:p>
          <a:p>
            <a:pPr>
              <a:spcBef>
                <a:spcPts val="400"/>
              </a:spcBef>
              <a:buNone/>
            </a:pP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   </a:t>
            </a:r>
            <a:r>
              <a:rPr sz="17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'Đã nửa năm rồi không gặp' — A) 我们有半年没见了  B) 我们没半年有见了  C) 我们半年有没见了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0761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语法总结 · 补语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Bảng hệ thống — 6 loại bổ ngữ đã học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0291"/>
          <a:ext cx="11094413" cy="4441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810"/>
                <a:gridCol w="5150232"/>
                <a:gridCol w="3019101"/>
                <a:gridCol w="731270"/>
              </a:tblGrid>
              <a:tr h="478658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Loại bổ ngữ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Cấu trúc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结果补语 (kết quả)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bổ ngữ kết quả (完/好/到...)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作业做完了。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3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简单趋向补语 (xu hướng đơn)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来/去/上/下/进/出...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快进来吧。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5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复合趋向补语 (xu hướng kép)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xu hướng đơn + 来/去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他跑过去了。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5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状态补语 得 (trạng thái)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得 + tính từ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他昨天睡得很晚。【官方样卷】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6-7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时量补语 (thời lượng)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(了) + khoảng thời gian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他在公司工作了两个月。【官方样卷】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9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60548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动量补语 (số lần)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 + 数词 + 次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这药一天吃三次。【官方样卷】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15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Cả 6 loại đều đứng SAU động từ chính — phân biệt bằng Ý NGHĨA, không phải vị trí. 【官方样卷】= câu trích từ HSK(二级)样卷 chính thức.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0371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语法总结 · 比较句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Bảng hệ thống — 比较句 đầy đủ (1)-(8)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050290"/>
          <a:ext cx="11094413" cy="4441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69"/>
                <a:gridCol w="5748259"/>
                <a:gridCol w="2330375"/>
                <a:gridCol w="639710"/>
              </a:tblGrid>
              <a:tr h="368932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Cấu trúc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(1) Cơ bản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（身体）比昨天好。【官方样卷】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8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(2) Chênh nhẹ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 + 一点儿/一些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这个比那个便宜一点儿。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8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(3) Phủ định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没有 + B + (这么/那么) + tính từ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弟弟没有哥哥高。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8-9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(4) Chênh lớn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 + 多了/得多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这儿比那儿安静多了。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12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(5) Có bổ ngữ trạng thái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比 đặt trước HOẶC sau động từ đều được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他比我起得早。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12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(6) Vừa tân ngữ vừa bổ ngữ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Đảo tân ngữ lên đầu, hoặc LẶP động từ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他汉字写得比我好。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12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(7) Chênh cụ thể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 + số lượng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今年比去年冷五度。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13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509127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(8) Chênh nhẹ (nhắc lại)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A + 比 + B + tính từ + 一点儿/一些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哥哥比我瘦一些。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Bài 13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(2) và (8) cùng 1 cấu trúc — sách nhắc lại có chủ đích. (1) trích từ 官方样卷, còn lại tự soạn (样卷 không có ví dụ 比较句 nâng cao, ngoài phạm vi HSK2 2.0).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Hoàn thành ôn tập ngữ pháp!</a:t>
            </a:r>
          </a:p>
          <a:p>
            <a:pPr algn="ctr">
              <a:spcBef>
                <a:spcPts val="1000"/>
              </a:spcBef>
              <a:buNone/>
            </a:pPr>
            <a:r>
              <a:rPr sz="18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Tiếp theo: Phần 2 — Ôn tập ~210 từ vựng theo chủ đề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