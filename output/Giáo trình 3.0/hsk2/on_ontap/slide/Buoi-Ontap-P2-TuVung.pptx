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33.mp3" ContentType="audio/mpeg"/>
  <Override PartName="/ppt/media/media34.mp3" ContentType="audio/mpeg"/>
  <Override PartName="/ppt/media/media35.mp3" ContentType="audio/mpeg"/>
  <Override PartName="/ppt/media/media36.mp3" ContentType="audio/mpeg"/>
  <Override PartName="/ppt/media/media37.mp3" ContentType="audio/mpeg"/>
  <Override PartName="/ppt/media/media38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microsoft.com/office/2007/relationships/media" Target="../media/media27.mp3"/><Relationship Id="rId4" Type="http://schemas.openxmlformats.org/officeDocument/2006/relationships/video" Target="../media/media27.mp3"/><Relationship Id="rId5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microsoft.com/office/2007/relationships/media" Target="../media/media30.mp3"/><Relationship Id="rId4" Type="http://schemas.openxmlformats.org/officeDocument/2006/relationships/video" Target="../media/media30.mp3"/><Relationship Id="rId5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microsoft.com/office/2007/relationships/media" Target="../media/media31.mp3"/><Relationship Id="rId4" Type="http://schemas.openxmlformats.org/officeDocument/2006/relationships/video" Target="../media/media31.mp3"/><Relationship Id="rId5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microsoft.com/office/2007/relationships/media" Target="../media/media32.mp3"/><Relationship Id="rId4" Type="http://schemas.openxmlformats.org/officeDocument/2006/relationships/video" Target="../media/media32.mp3"/><Relationship Id="rId5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3.mp3"/><Relationship Id="rId3" Type="http://schemas.openxmlformats.org/officeDocument/2006/relationships/video" Target="../media/media33.mp3"/><Relationship Id="rId4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microsoft.com/office/2007/relationships/media" Target="../media/media34.mp3"/><Relationship Id="rId4" Type="http://schemas.openxmlformats.org/officeDocument/2006/relationships/video" Target="../media/media34.mp3"/><Relationship Id="rId5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microsoft.com/office/2007/relationships/media" Target="../media/media35.mp3"/><Relationship Id="rId4" Type="http://schemas.openxmlformats.org/officeDocument/2006/relationships/video" Target="../media/media35.mp3"/><Relationship Id="rId5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microsoft.com/office/2007/relationships/media" Target="../media/media36.mp3"/><Relationship Id="rId4" Type="http://schemas.openxmlformats.org/officeDocument/2006/relationships/video" Target="../media/media36.mp3"/><Relationship Id="rId5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microsoft.com/office/2007/relationships/media" Target="../media/media37.mp3"/><Relationship Id="rId4" Type="http://schemas.openxmlformats.org/officeDocument/2006/relationships/video" Target="../media/media37.mp3"/><Relationship Id="rId5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microsoft.com/office/2007/relationships/media" Target="../media/media38.mp3"/><Relationship Id="rId4" Type="http://schemas.openxmlformats.org/officeDocument/2006/relationships/video" Target="../media/media38.mp3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Khởi động: trả lời 2 câu hỏi trước khi vào bài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请说一下你周末一般做什么。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Cuối tuần bạn thường dậy lúc mấy giờ? — 主体: Bạn thường làm gì vào cuối tuần? — 结尾: Bạn thích cuối tuần hay ngày thường hơn?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你觉得在中国旅游怎么样？为什么？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Bạn có muốn đi du lịch Trung Quốc không? — 主体: Vì sao bạn nghĩ vậy? — 结尾: Nếu đi, bạn muốn đến thành phố nào nhất?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tập tổng hợp — Phần 2: Từ vựng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38 nhóm × 5 từ ≈ 190 từ HSK2 3.0 (đã loại 20 từ trùng HSK1: màu sắc, 帮/包/本子/地铁/飞/高/好/花/咖啡/妻子/书包/踢/一起/走路/那...)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nhóm 1 slide, xen kẽ 2 dạng: đọc câu ví dụ đầy đủ (5 từ chỉ 汉字+pinyin, KHÔNG nghĩa — tự dịch) HOẶC cùng câu nhưng ĐỤC LỖ 5 từ đó, KHÔNG gợi ý — điền lại đúng chữ Hán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1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不好意思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，这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老师说得太快，我没听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懂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，你可以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我帮个忙、再讲一遍吗？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 hǎo yì sī ， zhè cì lǎo shī shuō de tài kuài ， wǒ méi tīng dǒng ， nǐ kě yǐ gěi wǒ bāng gè máng 、 zài jiǎng yī biàn ma 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bāngmáng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不好意思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 hǎoyìsi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次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懂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dǒng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gěi</a:t>
            </a:r>
          </a:p>
        </p:txBody>
      </p:sp>
      <p:pic>
        <p:nvPicPr>
          <p:cNvPr id="13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(jiù)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介绍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(jièshào)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(lǚyóu)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(ràng)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接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爸爸不[___]我一个人去北京[___]，但听说他[___]的朋友会去机场[___]我，他[___]放心同意了。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bà bà bù [___] wǒ yí gè rén qù běi jīng [___] ， dàn tīng shuō tā [___] de péng yǒu huì qù jī chǎng [___] wǒ ， tā [___] fàng xīn tóng yì le 。</a:t>
            </a:r>
          </a:p>
        </p:txBody>
      </p:sp>
      <p:pic>
        <p:nvPicPr>
          <p:cNvPr id="8" name="Picture 7" descr="g02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826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已经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十二点了，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别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玩电脑了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啊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候我真不懂你说这句话是什么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意思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yǐ jīng shí èr diǎn le ， bié wán diàn nǎo le a ！ yǒu shí hòu wǒ zhēn bù dǒng nǐ shuō zhè jù huà shì shén me yì si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yǐjīng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意思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yǒushí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啊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</a:t>
            </a:r>
          </a:p>
        </p:txBody>
      </p:sp>
      <p:pic>
        <p:nvPicPr>
          <p:cNvPr id="13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公交车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(gōngjiāochē)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过来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(guòlái)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(chēzhàn)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但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(dǎchē)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我在[___]等了很久[___]，[___]它一直没开[___]，才发现自己看错站了，只能赶紧[___]去公司。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zài [___] děng le hěn jiǔ [___] ， [___] tā yì zhí méi kāi [___] ， cái fā xiàn zì jǐ kàn cuò zhàn le ， zhǐ néng gǎn jǐn [___] qù gōng sī 。</a:t>
            </a:r>
          </a:p>
        </p:txBody>
      </p:sp>
      <p:pic>
        <p:nvPicPr>
          <p:cNvPr id="8" name="Picture 7" descr="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232152"/>
            <a:ext cx="4206240" cy="4206240"/>
          </a:xfrm>
          <a:prstGeom prst="rect">
            <a:avLst/>
          </a:prstGeom>
        </p:spPr>
      </p:pic>
      <p:pic>
        <p:nvPicPr>
          <p:cNvPr id="9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970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电影马上要开始了，那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手里拿着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的学生，到底是在这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教室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还是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在外面？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diàn yǐng mǎ shàng yào kāi shǐ le ， nà míng shǒu lǐ ná zhe piào de xué shēng ， dào dǐ shì zài zhè jiān jiào shì ， hái shì zài wài miàn 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855720"/>
            <a:ext cx="1325960" cy="2636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piào</a:t>
            </a:r>
          </a:p>
        </p:txBody>
      </p:sp>
      <p:pic>
        <p:nvPicPr>
          <p:cNvPr id="13" name="slide2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远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(yuǎn)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(wǎngshang)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(wàiguó)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(búcuò)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这种相机国内没有，虽然地方很[___]，还要一[___]块，但在[___]买这个[___]品牌确实[___]。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zhè zhǒng xiàng jī guó nèi méi yǒu ， suī rán dì fāng hěn [___] ， hái yào yī [___] kuài ， dàn zài [___] mǎi zhè ge [___] pǐn pái què shí [___] 。</a:t>
            </a:r>
          </a:p>
        </p:txBody>
      </p:sp>
      <p:pic>
        <p:nvPicPr>
          <p:cNvPr id="8" name="Picture 7" descr="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32507"/>
            <a:ext cx="4206240" cy="2805529"/>
          </a:xfrm>
          <a:prstGeom prst="rect">
            <a:avLst/>
          </a:prstGeom>
        </p:spPr>
      </p:pic>
      <p:pic>
        <p:nvPicPr>
          <p:cNvPr id="9" name="slide2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次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出去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工作我都觉得很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，只要一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回去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房间，我就不想再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回来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公司了。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měi cì chū qù gōng zuò wǒ dōu jué de hěn lèi ， zhǐ yào yī huí qù fáng jiān ， wǒ jiù bù xiǎng zài huí lái gōng sī le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chūqù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huílái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回去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huíqù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lèi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měi</a:t>
            </a:r>
          </a:p>
        </p:txBody>
      </p:sp>
      <p:pic>
        <p:nvPicPr>
          <p:cNvPr id="12" name="slide3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完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拿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(ná)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为什么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(wèishénme)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送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(sòng)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(shǒu)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你用[___][___]着的生日礼物都准备[___]了，[___]不想去[___]给她？你还在生气吗？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nǐ yòng [___] [___] zhe de shēng rì lǐ wù dōu zhǔn bèi [___] le ， [___] bù xiǎng qù [___] gěi tā ？ nǐ hái zài shēng qì ma ？</a:t>
            </a:r>
          </a:p>
        </p:txBody>
      </p:sp>
      <p:pic>
        <p:nvPicPr>
          <p:cNvPr id="8" name="Picture 7" descr="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956" y="2178304"/>
            <a:ext cx="2875957" cy="4313936"/>
          </a:xfrm>
          <a:prstGeom prst="rect">
            <a:avLst/>
          </a:prstGeom>
        </p:spPr>
      </p:pic>
      <p:pic>
        <p:nvPicPr>
          <p:cNvPr id="9" name="slide3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5765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9/38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826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过去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自己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衣服，没想到现在用机器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这么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方便，生活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 qù wǒ dōu zì jǐ xǐ yī fú ， méi xiǎng dào xiàn zài yòng jī qì zhè me fāng biàn ， shēng huó gèng hǎo le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这么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自己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zìjǐ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guòqù</a:t>
            </a:r>
          </a:p>
        </p:txBody>
      </p:sp>
      <p:pic>
        <p:nvPicPr>
          <p:cNvPr id="13" name="slide3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10/38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商场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(shāngchǎng)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裤子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(kùzi)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进去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(jìnqù)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试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我以前来[___]这个[___]，里面衣服很好看，我们[___][___]一下这条新[___]吧。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yǐ qián lái [___] zhè ge [___] ， lǐ miàn yī fú hěn hǎo kàn ， wǒ men [___] [___] yī xià zhè tiáo xīn [___] ba 。</a:t>
            </a:r>
          </a:p>
        </p:txBody>
      </p:sp>
      <p:pic>
        <p:nvPicPr>
          <p:cNvPr id="8" name="Picture 7" descr="g1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40723"/>
            <a:ext cx="4206240" cy="2789098"/>
          </a:xfrm>
          <a:prstGeom prst="rect">
            <a:avLst/>
          </a:prstGeom>
        </p:spPr>
      </p:pic>
      <p:pic>
        <p:nvPicPr>
          <p:cNvPr id="9" name="slide3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因为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我们要买这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条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一样的裤子去旅游，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所以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我们还要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跟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朋友在这儿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等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店门打开。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 wèi wǒ men yào mǎi zhè tiáo yī yàng de kù zi qù lǚ yóu ， suǒ yǐ wǒ men hái yào gēn péng yǒu zài zhè ér děng diàn mén dǎ kāi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所以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suǒyǐ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条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等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děng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gēn</a:t>
            </a:r>
          </a:p>
        </p:txBody>
      </p:sp>
      <p:pic>
        <p:nvPicPr>
          <p:cNvPr id="12" name="slide3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进来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(jìnlái)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酒店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(jiǔdiàn)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(miàn)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(kuài)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礼物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(lǐwù)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你[___][___]吧，我在[___]房间准备了生日[___]，还有一碗你爱吃的[___]。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nǐ [___] [___] ba ， wǒ zài [___] fáng jiān zhǔn bèi le shēng rì [___] ， hái yǒu yī wǎn nǐ ài chī de [___] 。</a:t>
            </a:r>
          </a:p>
        </p:txBody>
      </p:sp>
      <p:pic>
        <p:nvPicPr>
          <p:cNvPr id="8" name="Picture 7" descr="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4771"/>
            <a:ext cx="4206240" cy="3161002"/>
          </a:xfrm>
          <a:prstGeom prst="rect">
            <a:avLst/>
          </a:prstGeom>
        </p:spPr>
      </p:pic>
      <p:pic>
        <p:nvPicPr>
          <p:cNvPr id="9" name="slide3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13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5000"/>
            <a:ext cx="3550212" cy="4733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奶奶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让外卖员把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奶茶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送到了楼下，弟弟不方便走下去拿，就叫我赶快走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下来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，再帮他拿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nǎi nǎi ràng wài mài yuán bǎ nǎi chá sòng dào le lóu xià ， dì di bù fāng biàn zǒu xià qù ná ， jiù jiào wǒ gǎn kuài zǒu xià lái ， zài bāng tā ná shàng lái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nǎichá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nǎinai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shànglái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上去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shàngqù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xiàlái</a:t>
            </a:r>
          </a:p>
        </p:txBody>
      </p:sp>
      <p:pic>
        <p:nvPicPr>
          <p:cNvPr id="13" name="slide3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准备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(zhǔnbèi)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爷爷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(yéye)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一会儿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(yíhuìr)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(xiàqù)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(xiàmian)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[___]正坐在楼[___]看小朋友们玩儿，我[___][___]也走[___]，陪他聊聊天。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 zhèng zuò zài lóu [___] kàn xiǎo péng yǒu men wán ér ， wǒ [___] [___] yě zǒu [___] ， péi tā liáo liáo tiān 。</a:t>
            </a:r>
          </a:p>
        </p:txBody>
      </p:sp>
      <p:pic>
        <p:nvPicPr>
          <p:cNvPr id="8" name="Picture 7" descr="g14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3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9574"/>
            <a:ext cx="3550211" cy="3964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坐了这么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时间的火车，我一到房间就想躺在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床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上不想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走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动，连朋友送的生日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蛋糕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都不想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zuò le zhè me cháng shí jiān de huǒ chē ， wǒ yī dào fáng jiān jiù xiǎng tǎng zài chuáng shàng bù xiǎng zǒu dòng ， lián péng yǒu sòng de shēng rì dàn gāo dōu bù xiǎng dǎ kāi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走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zǒu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床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chuáng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dǎkāi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蛋糕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dàngāo</a:t>
            </a:r>
          </a:p>
        </p:txBody>
      </p:sp>
      <p:pic>
        <p:nvPicPr>
          <p:cNvPr id="13" name="slide3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快乐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(kuàilè)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(guò)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画笔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(huàbǐ)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(huà)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妹妹拿着新买的[___]，很高兴[___]在纸上[___]了一张卡片，祝姐姐生日[___]，希望她每[___]一天都过得非常美好。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mèi mèi ná zhe xīn mǎi de [___] ， hěn gāo xìng [___] zài zhǐ shàng [___] le yī zhāng kǎ piàn ， zhù jiě jiě shēng rì [___] ， xī wàng tā měi [___] yī tiān dōu guò de fēi cháng měi hǎo 。</a:t>
            </a:r>
          </a:p>
        </p:txBody>
      </p:sp>
      <p:pic>
        <p:nvPicPr>
          <p:cNvPr id="8" name="Picture 7" descr="g16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3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今天是我的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，我穿了一身很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舒服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的衣服去吃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鱼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肉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，你可别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忘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了来啊！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 tiān shì wǒ de shēng rì ， wǒ chuān le yī shēn hěn shū fú de yī fú qù chī yú hé ròu ， nǐ kě bié wàng le lái a 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肉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ròu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生日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shēngrì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舒服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shūfu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忘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鱼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yú</a:t>
            </a:r>
          </a:p>
        </p:txBody>
      </p:sp>
      <p:pic>
        <p:nvPicPr>
          <p:cNvPr id="12" name="slide4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得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开始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(kāishǐ)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(dǎ)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(àihào)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(cóng)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我的[___]是[___]网球，[___]十岁[___]，我就练[___]非常好。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de [___] shì [___] wǎng qiú ， [___] shí suì [___] ， wǒ jiù liàn [___] fēi cháng hǎo 。</a:t>
            </a:r>
          </a:p>
        </p:txBody>
      </p:sp>
      <p:pic>
        <p:nvPicPr>
          <p:cNvPr id="8" name="Picture 7" descr="g1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69617"/>
            <a:ext cx="4206240" cy="3331309"/>
          </a:xfrm>
          <a:prstGeom prst="rect">
            <a:avLst/>
          </a:prstGeom>
        </p:spPr>
      </p:pic>
      <p:pic>
        <p:nvPicPr>
          <p:cNvPr id="9" name="slide4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19/38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19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826"/>
            <a:ext cx="3550210" cy="2367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他喜欢打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篮球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跑步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，看他在操场上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往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去接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球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的样子，就知道他未来想当体育老师。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xǐ huān dǎ lán qiú hé pǎo bù ， kàn tā zài cāo chǎng shàng wǎng qián pǎo qù jiē qiú de yàng zi ， jiù zhī dào tā wèi lái xiǎng dāng tǐ yù lǎo shī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篮球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lánqiú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跑步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pǎobù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球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往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wǎng</a:t>
            </a:r>
          </a:p>
        </p:txBody>
      </p:sp>
      <p:pic>
        <p:nvPicPr>
          <p:cNvPr id="13" name="slide4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20/38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爱情片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(àiqíngpiàn)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游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(yóu)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足球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(zúqiú)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运动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(yùndòng)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游泳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(yóuyǒng)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哥哥最喜欢的[___]是踢[___]，还喜欢去海里[___]，他[___]得很好，也不喜欢天天闷在家里看[___]。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gē gē zuì xǐ huān de [___] shì tī [___] ， hái xǐ huān qù hǎi lǐ [___] ， tā [___] de hěn hǎo ， yě bù xǐ huān tiān tiān mēn zài jiā lǐ kàn [___] 。</a:t>
            </a:r>
          </a:p>
        </p:txBody>
      </p:sp>
      <p:pic>
        <p:nvPicPr>
          <p:cNvPr id="8" name="Picture 7" descr="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4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73138"/>
            <a:ext cx="3550210" cy="2357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记得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学校门前那家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饭馆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的菜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比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其他地方便宜一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点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但是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人太多了。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jì de xué xiào mén qián nà jiā fàn guǎn de cài bǐ qí tā dì fāng pián yi yì diǎn ， dàn shì rén tài duō le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但是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dànshì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diǎn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饭馆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fànguǎn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记得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jìde</a:t>
            </a:r>
          </a:p>
        </p:txBody>
      </p:sp>
      <p:pic>
        <p:nvPicPr>
          <p:cNvPr id="13" name="slide4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有意思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(yǒuyìsi)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右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(yòu)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手表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(shǒubiǎo)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右边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(yòubian)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(suīrán)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[___]这块[___]很贵，但它[___]比左边的设计更[___]，我很喜欢，[___]手戴着正合适。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 zhè kuài [___] hěn guì ， dàn tā [___] bǐ zuǒ biān de shè jì gèng [___] ， wǒ hěn xǐ huān ， [___] shǒu dài zhe zhèng hé shì 。</a:t>
            </a:r>
          </a:p>
        </p:txBody>
      </p:sp>
      <p:pic>
        <p:nvPicPr>
          <p:cNvPr id="8" name="Picture 7" descr="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018719"/>
            <a:ext cx="4206240" cy="2633106"/>
          </a:xfrm>
          <a:prstGeom prst="rect">
            <a:avLst/>
          </a:prstGeom>
        </p:spPr>
      </p:pic>
      <p:pic>
        <p:nvPicPr>
          <p:cNvPr id="9" name="slide4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照片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左边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个子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很高的人就是我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丈夫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，他正在帮我修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了的手机，说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左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比右难修一点。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zhào piān zuǒ biān nà ge gè zi hěn gāo de rén jiù shì wǒ zhàng fū ， tā zhèng zài bāng wǒ xiū huài le de shǒu jī ， shuō zuǒ bǐ yòu nán xiū yì diǎn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丈夫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zhàngfu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左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左边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zuǒbian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个子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gèzi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huài</a:t>
            </a:r>
          </a:p>
        </p:txBody>
      </p:sp>
      <p:pic>
        <p:nvPicPr>
          <p:cNvPr id="13" name="slide4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男孩儿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(nánháir)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门口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(ménkǒu)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近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离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(lí)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那么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(nàme)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那个[___]因为没穿校服，虽然他家[___]学校[___][___]，但现在也只能站在学校[___]让值日生检查。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nà ge [___] yīn wèi méi chuān xiào fú ， suī rán tā jiā [___] xué xiào [___] [___] ， dàn xiàn zài yě zhǐ néng zhàn zài xué xiào [___] ràng zhí rì shēng jiǎn chá 。</a:t>
            </a:r>
          </a:p>
        </p:txBody>
      </p:sp>
      <p:pic>
        <p:nvPicPr>
          <p:cNvPr id="8" name="Picture 7" descr="g24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530" y="2178304"/>
            <a:ext cx="3024810" cy="4313936"/>
          </a:xfrm>
          <a:prstGeom prst="rect">
            <a:avLst/>
          </a:prstGeom>
        </p:spPr>
      </p:pic>
      <p:pic>
        <p:nvPicPr>
          <p:cNvPr id="9" name="slide4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68404"/>
            <a:ext cx="3550212" cy="2366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我们学了很多新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词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，请大家拿着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笔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，在生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旁边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这样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写出汉语拼音。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yī zhōu wǒ men xué le hěn duō xīn cí ， qǐng dà jiā ná zhe bǐ ， zài shēng cí páng biān zhè yàng xiě chū hàn yǔ pīn yīn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旁边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pángbiān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这样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zhèyàng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zhōu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笔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cí</a:t>
            </a:r>
          </a:p>
        </p:txBody>
      </p:sp>
      <p:pic>
        <p:nvPicPr>
          <p:cNvPr id="13" name="slide4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(kāixué)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(cuò)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考试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(kǎoshì)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后面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(hòumiàn)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刚[___]老师就让我们参加[___]，我因为坐在教室[___]，没听清题目，结果[___][___]了很多题。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gāng [___] lǎo shī jiù ràng wǒ men cān jiā [___] ， wǒ yīn wèi zuò zài jiào shì [___] ， méi tīng qīng tí mù ， jié guǒ [___] [___] le hěn duō tí 。</a:t>
            </a:r>
          </a:p>
        </p:txBody>
      </p:sp>
      <p:pic>
        <p:nvPicPr>
          <p:cNvPr id="8" name="Picture 7" descr="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933192"/>
            <a:ext cx="4206240" cy="2804160"/>
          </a:xfrm>
          <a:prstGeom prst="rect">
            <a:avLst/>
          </a:prstGeom>
        </p:spPr>
      </p:pic>
      <p:pic>
        <p:nvPicPr>
          <p:cNvPr id="9" name="slide4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7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考试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快要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结束了，他看到最后一道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题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非常简单，便高兴地推开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着跑了出去，身体也跟着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了一下。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kǎo shì kuài yào jié shù le ， tā kàn dào zuì hòu yī dào tí fēi cháng jiǎn dān ， biàn gāo xìng de tuī kāi mén ， xiào zhe pǎo le chū qù ， shēn tǐ yě gēn zhe dòng le yī xià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快要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kuàiyào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题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dòng</a:t>
            </a:r>
          </a:p>
        </p:txBody>
      </p:sp>
      <p:pic>
        <p:nvPicPr>
          <p:cNvPr id="13" name="slide5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慢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(màn)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身体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(shēntǐ)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路上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(lùshang)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经常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(jīngcháng)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进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(jìn)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爷爷最近[___]不太好，在[___]走得很[___]，所以不[___]让他一个人[___]公园，我都陪着他。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yé yé zuì jìn [___] bù tài hǎo ， zài [___] zǒu de hěn [___] ， suǒ yǐ bù [___] ràng tā yí gè rén [___] gōng yuán ， wǒ dōu péi zhe tā 。</a:t>
            </a:r>
          </a:p>
        </p:txBody>
      </p:sp>
      <p:pic>
        <p:nvPicPr>
          <p:cNvPr id="8" name="Picture 7" descr="g2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535" y="2178304"/>
            <a:ext cx="3528799" cy="4313936"/>
          </a:xfrm>
          <a:prstGeom prst="rect">
            <a:avLst/>
          </a:prstGeom>
        </p:spPr>
      </p:pic>
      <p:pic>
        <p:nvPicPr>
          <p:cNvPr id="9" name="slide5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29/38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我现在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特别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疼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时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还发烧了，你能去外面的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药店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帮我买点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xiàn zài tóu tè bié téng ， tóng shí hái fā shāo le ， nǐ néng qù wài miàn de yào diàn bāng wǒ mǎi diǎn yào ma 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疼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药店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yàodiàn</a:t>
            </a:r>
          </a:p>
        </p:txBody>
      </p:sp>
      <p:pic>
        <p:nvPicPr>
          <p:cNvPr id="13" name="slide5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30/38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(zuì)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(zhe)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楼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(lóu)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从小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(cóngxiǎo)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(qíng)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今天天气是[___][___]的，我[___]就喜欢坐在[___]上看[___]外面的风景。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jīn tiān tiān qì shì [___] [___] de ， wǒ [___] jiù xǐ huān zuò zài [___] shàng kàn [___] wài miàn de fēng jǐng 。</a:t>
            </a:r>
          </a:p>
        </p:txBody>
      </p:sp>
      <p:pic>
        <p:nvPicPr>
          <p:cNvPr id="8" name="Picture 7" descr="g3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739662"/>
            <a:ext cx="4206240" cy="1191220"/>
          </a:xfrm>
          <a:prstGeom prst="rect">
            <a:avLst/>
          </a:prstGeom>
        </p:spPr>
      </p:pic>
      <p:pic>
        <p:nvPicPr>
          <p:cNvPr id="9" name="slide5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31/38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3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696620"/>
            <a:ext cx="3550210" cy="27103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242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快看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外面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，天气好像要下大雨了，天变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阴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了，这种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事情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让我想起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小时候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，总爱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站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在窗边看鸟找地方躲雨。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 kàn wài miàn ， tiān qì hǎo xiàng yào xià dà yǔ le ， tiān biàn yīn le ， zhè zhǒng shì qíng ràng wǒ xiǎng qǐ xiǎo shí hòu ， zǒng ài zhàn zài chuāng biān kàn niǎo zhǎo dì fāng duǒ yǔ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事情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shìqing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wàimiàn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小时候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xiǎoshíhou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阴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4310888"/>
            <a:ext cx="1325960" cy="2181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站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zhàn</a:t>
            </a:r>
          </a:p>
        </p:txBody>
      </p:sp>
      <p:pic>
        <p:nvPicPr>
          <p:cNvPr id="13" name="slide5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32/38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(zhèng)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(bān)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告诉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(gàosu)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(kěnéng)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(jiāo)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张老师[___][___]我们，他[___]要[___]全[___]一首新歌。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zhāng lǎo shī [___] [___] wǒ men ， tā [___] yào [___] quán [___] yī shǒu xīn gē 。</a:t>
            </a:r>
          </a:p>
        </p:txBody>
      </p:sp>
      <p:pic>
        <p:nvPicPr>
          <p:cNvPr id="8" name="Picture 7" descr="g32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018719"/>
            <a:ext cx="4206240" cy="2633106"/>
          </a:xfrm>
          <a:prstGeom prst="rect">
            <a:avLst/>
          </a:prstGeom>
        </p:spPr>
      </p:pic>
      <p:pic>
        <p:nvPicPr>
          <p:cNvPr id="9" name="slide5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33/38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希望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里面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的房间也能像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上面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那样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整齐，最近迷上了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上网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找装修图片。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xī wàng lǐ miàn de fáng jiān yě néng xiàng shàng miàn nà yàng zhěng qí ， zuì jìn mí shàng le shàng wǎng zhǎo zhuāng xiū tú piàn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lǐmiàn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4099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那样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nàyàng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9558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shàngmiàn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上网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shàngwǎng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0476" y="3595624"/>
            <a:ext cx="2072579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希望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xīwàng</a:t>
            </a:r>
          </a:p>
        </p:txBody>
      </p:sp>
      <p:pic>
        <p:nvPicPr>
          <p:cNvPr id="12" name="slide5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34/38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新年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(xīnnián)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洗手间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(xǐshǒujiān)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过年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(guònián)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房子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(fángzi)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没意思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(méiyìsi)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[___]快到了，我们打算回老[___][___]，可是那间[___]坏了，觉得有点[___]。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[___] kuài dào le ， wǒ men dǎ suàn huí lǎo [___] [___] ， kě shì nà jiān [___] huài le ， jué de yǒu diǎn [___] 。</a:t>
            </a:r>
          </a:p>
        </p:txBody>
      </p:sp>
      <p:pic>
        <p:nvPicPr>
          <p:cNvPr id="8" name="Picture 7" descr="g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757932"/>
            <a:ext cx="4206240" cy="3154680"/>
          </a:xfrm>
          <a:prstGeom prst="rect">
            <a:avLst/>
          </a:prstGeom>
        </p:spPr>
      </p:pic>
      <p:pic>
        <p:nvPicPr>
          <p:cNvPr id="9" name="slide5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35/38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18745"/>
            <a:ext cx="3550211" cy="2666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前面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位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女孩儿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正带着几个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小孩儿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一起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跳舞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，跳得特别可爱。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qián miàn nà wèi nǚ hái ér zhèng dài zhe jǐ gè xiǎo hái ér yì qǐ tiào wǔ ， tiào de tè bié kě ài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女孩儿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nǚháir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前面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qiánmiàn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跳舞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tiàowǔ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wèi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小孩儿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xiǎoháir</a:t>
            </a:r>
          </a:p>
        </p:txBody>
      </p:sp>
      <p:pic>
        <p:nvPicPr>
          <p:cNvPr id="13" name="slide5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36/38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(gāozhōng)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眼睛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(yǎnjing)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出门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(chūmén)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姓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(xìng)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出国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(chūguó)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我表姐[___]王，[___]毕业后就[___]了，[___]前她[___]里都是不舍的泪水。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wǒ biǎo jiě [___] wáng ， [___] bì yè hòu jiù [___] le ， [___] qián tā [___] lǐ dōu shì bù shě de lèi shuǐ 。</a:t>
            </a:r>
          </a:p>
        </p:txBody>
      </p:sp>
      <p:pic>
        <p:nvPicPr>
          <p:cNvPr id="8" name="Picture 7" descr="g36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53187"/>
            <a:ext cx="4206240" cy="3364170"/>
          </a:xfrm>
          <a:prstGeom prst="rect">
            <a:avLst/>
          </a:prstGeom>
        </p:spPr>
      </p:pic>
      <p:pic>
        <p:nvPicPr>
          <p:cNvPr id="9" name="slide5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生词复习 37/38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&amp; tự dịch câu ví dụ</a:t>
            </a:r>
          </a:p>
        </p:txBody>
      </p:sp>
      <p:pic>
        <p:nvPicPr>
          <p:cNvPr id="6" name="Picture 5" descr="g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478"/>
            <a:ext cx="3550212" cy="266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好像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忘了带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门票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，还好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机票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机场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的地址我都记得，就是找</a:t>
            </a:r>
            <a:r>
              <a:rPr sz="2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路</a:t>
            </a:r>
            <a:r>
              <a:rPr sz="2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有点麻烦。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men hǎo xiàng wàng le dài mén piào ， hái hǎo jī piào hé jī chǎng de dì zhǐ wǒ dōu jì de ， jiù shì zhǎo lù yǒu diǎn má fán 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好像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hǎoxiàng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773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机场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jīchǎng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085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jīpiào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97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路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092" y="3595624"/>
            <a:ext cx="1325960" cy="289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门票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ménpiào</a:t>
            </a:r>
          </a:p>
        </p:txBody>
      </p:sp>
      <p:pic>
        <p:nvPicPr>
          <p:cNvPr id="13" name="slide6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38/38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lại 5 từ đã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姓名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(xìngmíng)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鸟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(niǎo)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北京烤鸭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(Běijīng Kǎoyā)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颐和园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(Yíhé Yuán)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(Běijīng Dàxué)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6522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去[___]那天，我们看到很多[___]，还在门口登记了[___]，中午在[___]附近吃了正宗的[___]。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qù [___] nà tiān ， wǒ men kàn dào hěn duō [___] ， hái zài mén kǒu dēng jì le [___] ， zhōng wǔ zài [___] fù jìn chī le zhèng zōng de [___] 。</a:t>
            </a:r>
          </a:p>
        </p:txBody>
      </p:sp>
      <p:pic>
        <p:nvPicPr>
          <p:cNvPr id="8" name="Picture 7" descr="g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157525"/>
            <a:ext cx="4206240" cy="2355494"/>
          </a:xfrm>
          <a:prstGeom prst="rect">
            <a:avLst/>
          </a:prstGeom>
        </p:spPr>
      </p:pic>
      <p:pic>
        <p:nvPicPr>
          <p:cNvPr id="9" name="slide6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