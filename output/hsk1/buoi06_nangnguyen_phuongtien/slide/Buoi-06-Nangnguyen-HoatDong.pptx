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 · 想 · 能</a:t>
            </a:r>
          </a:p>
          <a:p>
            <a:pPr algn="ctr">
              <a:spcBef>
                <a:spcPts val="1000"/>
              </a:spcBef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Buổi 1 — Nói được điều mình biết, mình muốn, mình có thể làm.</a:t>
            </a:r>
          </a:p>
          <a:p>
            <a:pPr algn="ctr">
              <a:spcBef>
                <a:spcPts val="600"/>
              </a:spcBef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HSK1 · Sơ cấp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Mục tiêu hôm nay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Nói được mình biết làm gì (会), muốn làm gì (想), có thể / được phép làm gì (能).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Kể về hoạt động trong ngày và cách mình đi lại.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Luyện 10 câu giao tiếp thông dụng dùng được ngay.</a:t>
            </a:r>
          </a:p>
        </p:txBody>
      </p:sp>
      <p:pic>
        <p:nvPicPr>
          <p:cNvPr id="7" name="Picture 6" descr="rea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586760"/>
            <a:ext cx="4206240" cy="2800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Nhắc lại buổi trước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Gọi điện với 喂:  喂，你好？你在哪儿？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Câu liên động:  我去商店买东西。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Trật tự câu:  主语 + 时间 + 地点 + 对象 + 动词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①  Hoạt động trong ngày</a:t>
            </a:r>
          </a:p>
        </p:txBody>
      </p:sp>
      <p:pic>
        <p:nvPicPr>
          <p:cNvPr id="6" name="Picture 5" descr="a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53492"/>
            <a:ext cx="3840480" cy="2666583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1481328"/>
          <a:ext cx="6888174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925"/>
                <a:gridCol w="2479743"/>
                <a:gridCol w="2617506"/>
              </a:tblGrid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起床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qǐchuáng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ngủ dậy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吃饭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chīfàn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ăn cơm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上课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shàngkè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lên lớp / học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做作业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zuò zuòyè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làm bài tập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看电视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kàn diànshì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xem TV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打电话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dǎ diànhuà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gọi điện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睡觉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shuìjiào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đi ngủ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②  Đi lại &amp; giao thông</a:t>
            </a:r>
          </a:p>
        </p:txBody>
      </p:sp>
      <p:pic>
        <p:nvPicPr>
          <p:cNvPr id="6" name="Picture 5" descr="tra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46604"/>
            <a:ext cx="3840480" cy="28803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1481328"/>
          <a:ext cx="6888174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925"/>
                <a:gridCol w="2479743"/>
                <a:gridCol w="2617506"/>
              </a:tblGrid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上学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shàngxué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đi học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坐 (车)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zuò (chē)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đi (ngồi) — phương tiện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公共汽车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gōnggòng qìchē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xe buýt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地铁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dìtiě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tàu điện ngầm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出租车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chūzūchē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taxi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骑 (自行车)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qí (zìxíngchē)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đi (cưỡi) xe đạp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走路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zǒulù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đi bộ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 (huì)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会 + động từ = biết làm (kỹ năng mình HỌC được).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我会说汉语。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huì shuō Hànyǔ.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biết nói tiếng Trung.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你会开车吗？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Nǐ huì kāichē ma?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biết lái xe không?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Phủ định: 不会 — 我不会游泳。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会 dùng cho việc phải HỌC mới biết: nói ngoại ngữ, lái xe, bơi, nấu ăn.</a:t>
            </a:r>
          </a:p>
          <a:p>
            <a:pPr>
              <a:spcBef>
                <a:spcPts val="1200"/>
              </a:spcBef>
            </a:pPr>
            <a:r>
              <a:rPr sz="12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Nguồn: HSK标准教程1, Bài 6</a:t>
            </a:r>
          </a:p>
        </p:txBody>
      </p:sp>
      <p:pic>
        <p:nvPicPr>
          <p:cNvPr id="7" name="Picture 6" descr="hu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778061"/>
            <a:ext cx="4297680" cy="24174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想 (xiǎng)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想 + động từ = muốn làm điều gì đó.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我想去公园。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xiǎng qù gōngyuán.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muốn đi công viên.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周末你想做什么？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Zhōumò nǐ xiǎng zuò shénme?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Cuối tuần bạn muốn làm gì?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Phủ định: 不想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想 = mong muốn (nhẹ). Mạnh hơn, dứt khoát hơn thì dùng 要.</a:t>
            </a:r>
          </a:p>
          <a:p>
            <a:pPr>
              <a:spcBef>
                <a:spcPts val="1200"/>
              </a:spcBef>
            </a:pPr>
            <a:r>
              <a:rPr sz="12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Nguồn: HSK标准教程1, Bài 8</a:t>
            </a:r>
          </a:p>
        </p:txBody>
      </p:sp>
      <p:pic>
        <p:nvPicPr>
          <p:cNvPr id="7" name="Picture 6" descr="xia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553525"/>
            <a:ext cx="4297680" cy="28665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能 (néng)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能 + động từ = có thể / được phép (nói về khả năng hoặc xin phép).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我能坐这儿吗？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néng zuò zhèr ma?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ngồi đây được không?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这儿能停车吗？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Zhèr néng tíngchē ma?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Ở đây đỗ xe được không?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Phủ định: 不能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能 nhấn 'có đủ điều kiện' (khỏe / rảnh / được phép). Xin phép: 能…吗？ = 可以…吗？</a:t>
            </a:r>
          </a:p>
          <a:p>
            <a:pPr>
              <a:spcBef>
                <a:spcPts val="1200"/>
              </a:spcBef>
            </a:pPr>
            <a:r>
              <a:rPr sz="12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Nguồn: HSK标准教程1, Bài 10</a:t>
            </a:r>
          </a:p>
        </p:txBody>
      </p:sp>
      <p:pic>
        <p:nvPicPr>
          <p:cNvPr id="7" name="Picture 6" descr="ne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553525"/>
            <a:ext cx="4297680" cy="28665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要 / 可以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Hai từ rất hay gặp, biết thêm để nói tự nhiên hơn: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我要一杯咖啡。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yào yì bēi kāfēi.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要 = muốn (mạnh) / sẽ / phải.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我可以走了吗？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kěyǐ zǒu le ma?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可以 = được phép / có thể.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Muốn xin phép, có thể nói 能…吗？ hoặc 可以…吗？ đều được.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 / 能 / 可以  ·  想 / 要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94415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Từ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Ý 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会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biết (kỹ năng học được)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我会说汉语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能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khả năng / điều kiện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我感冒了，不能游泳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可以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được phép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你可以走了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想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muốn (nhẹ nhàng)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我想去公园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muốn (mạnh) / sẽ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我要学汉语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Bạn đi lại thế nào?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Công thức:  主语 + 想/会/能 + 坐/骑 + 交通工具 + 去 + 地方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我每天骑自行车上学。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měitiān qí zìxíngchē shàngxué.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Ngày nào mình cũng đạp xe đi học.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你怎么去学校？— 我坐公共汽车去。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Nǐ zěnme qù xuéxiào? — Wǒ zuò gōnggòng qìchē qù.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đi học bằng gì? — Mình đi xe buýt.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Phương tiện (坐/骑…) luôn đứng TRƯỚC 去 + nơi đến.</a:t>
            </a:r>
          </a:p>
        </p:txBody>
      </p:sp>
      <p:pic>
        <p:nvPicPr>
          <p:cNvPr id="7" name="Picture 6" descr="app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375154"/>
            <a:ext cx="4297680" cy="32232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Hội thoại mẫu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6949440" cy="91410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A: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你会骑自行车吗？</a:t>
            </a:r>
          </a:p>
          <a:p>
            <a:pPr algn="l"/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huì qí zìxíngchē ma?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93615" y="2528388"/>
            <a:ext cx="6949440" cy="91410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B: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会。我每天骑自行车上学。</a:t>
            </a:r>
          </a:p>
          <a:p>
            <a:pPr algn="l"/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Huì. Wǒ měitiān qí zìxíngchē shàngxué.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75448"/>
            <a:ext cx="6949440" cy="91410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A: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明天你想做什么？</a:t>
            </a:r>
          </a:p>
          <a:p>
            <a:pPr algn="l"/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Míngtiān nǐ xiǎng zuò shénme?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93615" y="4622508"/>
            <a:ext cx="6949440" cy="91410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B: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我想坐地铁去公园。你能来吗？</a:t>
            </a:r>
          </a:p>
          <a:p>
            <a:pPr algn="l"/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xiǎng zuò dìtiě qù gōngyuán. Nǐ néng lái ma?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669568"/>
            <a:ext cx="6949440" cy="91410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A: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我可以来。</a:t>
            </a:r>
          </a:p>
          <a:p>
            <a:pPr algn="l"/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kěyǐ lái.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Câu giao tiếp (1/2)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94415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中文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Việt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你会说汉语吗？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huì shuō Hànyǔ ma?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Bạn biết nói tiếng Trung không?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我会做中国菜。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huì zuò Zhōngguó cài.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Mình biết nấu món Trung.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你想做什么？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xiǎng zuò shénme?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Bạn muốn làm gì?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周末我想睡觉、看电视。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Zhōumò wǒ xiǎng shuìjiào, kàn diànshì.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Cuối tuần mình muốn ngủ, xem TV.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我每天骑自行车上学。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měitiān qí zìxíngchē shàngxué.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Ngày nào mình cũng đạp xe đi học.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Câu giao tiếp (2/2)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94415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中文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Việt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你怎么去学校？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zěnme qù xuéxiào?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Bạn đi học bằng gì?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我坐公共汽车去。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zuò gōnggòng qìchē qù.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Mình đi bằng xe buýt.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这儿能停车吗？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Zhèr néng tíngchē ma?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Ở đây đỗ xe được không?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我可以坐这儿吗？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kěyǐ zuò zhèr ma?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Mình ngồi đây được không?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你会开车吗？— 还不会。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huì kāichē ma? — Hái bú huì.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Bạn biết lái xe không? — Chưa biết.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阅读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thêm ở nhà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200"/>
              </a:spcBef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Trong 2 giáo trình (đọc lại 课文):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《HSK标准教程1》Bài 6「我会说汉语」— luyện 会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《HSK标准教程1》Bài 8「我想喝茶」— luyện 想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《HSK标准教程1》Bài 10「我能坐这儿吗」— luyện 能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《HSK标准教程1》Bài 13「他在学做中国菜呢」— hoạt động hằng ngày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《汉语教程1·上》Bài 10–12 — hội thoại hỏi đường / đi lại</a:t>
            </a:r>
          </a:p>
          <a:p>
            <a:pPr>
              <a:spcBef>
                <a:spcPts val="1200"/>
              </a:spcBef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Nguồn luyện đọc thêm (trình độ HSK1):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Du Chinese (app) — mục Newbie / HSK1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The Chairman's Bao — bài trình độ HSK1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Mandarin Companion — Readers Level 0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hsk.academy — HSK1 reading online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作业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Bài tập về nhà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(Phần bài tập sẽ được tạo bằng công cụ riêng — tạm để trống)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谢谢！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Buổi sau: Lượng từ + 一点儿 · Màu sắc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