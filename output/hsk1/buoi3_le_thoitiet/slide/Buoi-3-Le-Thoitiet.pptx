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 · 过 · 快…了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 — thay đổi &amp; hoàn thành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 — phủ định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快…了 · 过 — sắp xảy ra &amp; đã từng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Thời tiết</a:t>
            </a:r>
          </a:p>
        </p:txBody>
      </p:sp>
      <p:pic>
        <p:nvPicPr>
          <p:cNvPr id="7" name="Picture 6" descr="muctie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量词 · 一点儿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Lượng từ:  数 + 量 + 名  →  三本书、一件衣服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一点儿 (mong muốn) / 有点儿 (than phiền):  便宜一点儿 / 有点儿贵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Màu sắc:  红色、蓝色、白色…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天气</a:t>
            </a:r>
          </a:p>
        </p:txBody>
      </p:sp>
      <p:pic>
        <p:nvPicPr>
          <p:cNvPr id="6" name="Picture 5" descr="tian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06574"/>
            <a:ext cx="3840480" cy="33604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81328"/>
          <a:ext cx="688817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25"/>
                <a:gridCol w="2479743"/>
                <a:gridCol w="2617506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天气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tiānqì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thời tiết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qíngtiān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trời nắng, quang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阴天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yīntiān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trời âm 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 yǔ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mưa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下雪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 xuě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có tuyết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刮风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guā fēng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có gió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冷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lěng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lạnh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8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季节 · 温度</a:t>
            </a:r>
          </a:p>
        </p:txBody>
      </p:sp>
      <p:pic>
        <p:nvPicPr>
          <p:cNvPr id="6" name="Picture 5" descr="sea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535811"/>
            <a:ext cx="3840480" cy="290194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81328"/>
          <a:ext cx="688817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25"/>
                <a:gridCol w="2479743"/>
                <a:gridCol w="2617506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春天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chūntiān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mùa xuân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夏天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xiàtiān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mùa hè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秋天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qiūtiān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mùa thu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冬天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dōngtiān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mùa đông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暖和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nuǎnhuo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ấm áp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凉快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liángkuai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mát mẻ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độ (nhiệt độ)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了①：变化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 ở CUỐI câu = tình huống MỚI / có thay đổi (trước không vậy, giờ vậy).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Xià yǔ le.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mưa rồi.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天气冷了。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Tiānqì lěng le.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lạnh rồi.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 thay đổi: 不…了 — 不下雨了 (tạnh mưa rồi).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 = '…rồi'. 我十八岁了 = mình 18 tuổi rồi (vừa tròn, trước chưa).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15</a:t>
            </a:r>
          </a:p>
        </p:txBody>
      </p:sp>
      <p:pic>
        <p:nvPicPr>
          <p:cNvPr id="7" name="Picture 6" descr="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5657"/>
            <a:ext cx="4297680" cy="2862254"/>
          </a:xfrm>
          <a:prstGeom prst="rect">
            <a:avLst/>
          </a:prstGeom>
        </p:spPr>
      </p:pic>
      <p:pic>
        <p:nvPicPr>
          <p:cNvPr id="8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了②：完成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 + 了 = việc ĐÃ HOÀN THÀNH / đã xảy ra.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我买了三本书。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mǎi le sān běn shū.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đã mua ba quyển sách.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他去了商店。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qù le shāngdiàn.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đã đi cửa hàng.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Hỏi: …了吗？ — 你吃饭了吗？(Bạn ăn cơm chưa?)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Đã làm gì (có kết quả / số lượng cụ thể) → 动词 + 了 + tân ngữ.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14</a:t>
            </a:r>
          </a:p>
        </p:txBody>
      </p:sp>
      <p:pic>
        <p:nvPicPr>
          <p:cNvPr id="7" name="Picture 6" descr="bu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9820"/>
            <a:ext cx="4297680" cy="2853928"/>
          </a:xfrm>
          <a:prstGeom prst="rect">
            <a:avLst/>
          </a:prstGeom>
        </p:spPr>
      </p:pic>
      <p:pic>
        <p:nvPicPr>
          <p:cNvPr id="8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没(有) + động từ = CHƯA / không (đã) làm.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Đã có 没 thì KHÔNG dùng 了.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今天没下雨。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Jīntiān méi xià yǔ.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trời không mưa.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我没去公园。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méi qù gōngyuán.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chưa đi công viên.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Sai:  我没去了 ❌   →   Đúng:  我没去 ✔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 = không (thói quen / tương lai) · 没 = chưa (việc đã qua).</a:t>
            </a:r>
          </a:p>
        </p:txBody>
      </p:sp>
      <p:pic>
        <p:nvPicPr>
          <p:cNvPr id="7" name="Picture 6" descr="no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6033"/>
            <a:ext cx="4297680" cy="3441501"/>
          </a:xfrm>
          <a:prstGeom prst="rect">
            <a:avLst/>
          </a:prstGeom>
        </p:spPr>
      </p:pic>
      <p:pic>
        <p:nvPicPr>
          <p:cNvPr id="8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快…了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快(要) + … + 了 = SẮP xảy ra.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快下雨了。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Kuài xià yǔ le.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Sắp mưa rồi.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快到冬天了。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Kuài dào dōngtiān le.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Sắp đến mùa đông rồi.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Cũng nói 要…了 / 快要…了.  火车快到了 = tàu sắp đến rồi.</a:t>
            </a:r>
          </a:p>
        </p:txBody>
      </p:sp>
      <p:pic>
        <p:nvPicPr>
          <p:cNvPr id="7" name="Picture 6" descr="st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36737"/>
            <a:ext cx="4297680" cy="2900094"/>
          </a:xfrm>
          <a:prstGeom prst="rect">
            <a:avLst/>
          </a:prstGeom>
        </p:spPr>
      </p:pic>
      <p:pic>
        <p:nvPicPr>
          <p:cNvPr id="8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 + 过 = ĐÃ TỪNG (có kinh nghiệm, không cần biết khi nào).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我去过北京。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qù guo Běijīng.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từng đến Bắc Kinh.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你看过雪吗？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kàn guo xuě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từng thấy tuyết chưa?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没…过 — 我没去过。(Mình chưa từng đi.)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 nhấn 'đã trải qua ít nhất 1 lần'.  了 nhấn 'việc lần này đã xong'.</a:t>
            </a:r>
          </a:p>
        </p:txBody>
      </p:sp>
      <p:pic>
        <p:nvPicPr>
          <p:cNvPr id="7" name="Picture 6" descr="trav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5131"/>
            <a:ext cx="4297680" cy="2883306"/>
          </a:xfrm>
          <a:prstGeom prst="rect">
            <a:avLst/>
          </a:prstGeom>
        </p:spPr>
      </p:pic>
      <p:pic>
        <p:nvPicPr>
          <p:cNvPr id="8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 · 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87168"/>
          <a:ext cx="11094415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So sánh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了 le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过 guo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Ý nghĩa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hoàn thành / thay đổi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đã từng (kinh nghiệm)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Thời điểm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lần này, cụ thể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bất kỳ lúc nào trước đây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我去了商店 (đã đi)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我去过北京 (từng đến)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怎么说天气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① Hỏi:  今天天气怎么样？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② Tả:  下雨了 / 天气冷了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③ Đoán:  快到夏天了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今天天气怎么样？— 下雪了，很冷。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Jīntiān tiānqì zěnmeyàng? — Xià xuě le, hěn lěng.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thời tiết thế nào? — Có tuyết rồi, rất lạnh.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快到夏天了，天气热了。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Kuài dào xiàtiān le, tiānqì rè le.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Sắp đến mùa hè, trời nóng lên rồi.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怎么样？ = thế nào? — hỏi tình hình / ý kiến.</a:t>
            </a:r>
          </a:p>
        </p:txBody>
      </p:sp>
      <p:pic>
        <p:nvPicPr>
          <p:cNvPr id="7" name="Picture 6" descr="forec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769" y="1481328"/>
            <a:ext cx="2852892" cy="5010912"/>
          </a:xfrm>
          <a:prstGeom prst="rect">
            <a:avLst/>
          </a:prstGeom>
        </p:spPr>
      </p:pic>
      <p:pic>
        <p:nvPicPr>
          <p:cNvPr id="8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谈天气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今天天气怎么样？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Jīntiān tiānqì zěnmeyàng?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下雨了，有点儿冷。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 yǔ le, yǒudiǎnr lěng.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你去过北京吗？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qù guo Běijīng 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去过。北京冬天下雪。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 guo. Běijīng dōngtiān xià xuě.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快到冬天了。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 dào dōngtiān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是啊，天气快冷了。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a, tiānqì kuài lěng le.</a:t>
            </a:r>
          </a:p>
        </p:txBody>
      </p:sp>
      <p:pic>
        <p:nvPicPr>
          <p:cNvPr id="12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常用句（一）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今天天气怎么样？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Jīntiān tiānqì zěnmeyàng?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 thời tiết thế nào?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下雨了。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 yǔ le.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Trời mưa rồi.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天气冷了。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Tiānqì lěng le.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Trời lạnh rồi.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快到夏天了。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Kuài dào xiàtiān le.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Sắp đến mùa hè rồi.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我买了一件衣服。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mǎi le yí jiàn yīfu.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đã mua một bộ đồ.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常用句（二）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今天没下雨。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Jīntiān méi xià yǔ.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 trời không mưa.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我去过北京。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qù guo Běijīng.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từng đến Bắc Kinh.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你吃饭了吗？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chī fàn le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ăn cơm chưa?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北京冬天下雪。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Běijīng dōngtiān xià xuě.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Mùa đông Bắc Kinh có tuyết.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天气热了，我想喝一点儿水。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Tiānqì rè le, wǒ xiǎng hē yìdiǎnr shuǐ.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Trời nóng rồi, mình muốn uống chút nước.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推荐材料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200"/>
              </a:spcBef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Trong 2 giáo trình (đọc lại 课文):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12「明天天气怎么样」— 天气 + 怎么样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14「我们去看电影吧」— 了 (hoàn thành)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15「祝你生日快乐」— 了 (thay đổi) + 过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《汉语教程1·上》Bài 14–15 — thời tiết, mùa, 了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Nguồn luyện đọc thêm (trình độ HSK1):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Du Chinese (app) — mục Newbie /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The Chairman's Bao — bài trình độ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Mandarin Companion — Readers Level 0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hsk.academy — HSK1 reading online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