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3"/><Relationship Id="rId3" Type="http://schemas.openxmlformats.org/officeDocument/2006/relationships/video" Target="../media/media11.mp3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3"/><Relationship Id="rId3" Type="http://schemas.openxmlformats.org/officeDocument/2006/relationships/video" Target="../media/media13.mp3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HSK1 · 语法总复习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Ngữ pháp · Động từ · Cấu trúc câu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ôn 1/2 · trước khi thi HSK1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Buổi này ôn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Trật tự câu cơ bản + 3 động từ trụ cột 是 / 有 / 在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 · 形容词谓语 (很 + adj) · phủ định 不 / 没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7 cách đặt câu hỏi + câu chính phản V不V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能愿动词 会/想/能/要 · lượng từ 数+量+名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Trợ từ chỉ thì: 了 · 过 · (正)在 · 快…了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Bảng đối chiếu chỗ dễ nhầm (不/没 · 了/过/在)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基本语序 · Trật tự câu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主语 + 时间 + 地点 + 状语 + 动词 + 宾语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(Chủ ngữ + thời gian + nơi chốn + trạng ngữ + động từ + tân ngữ)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我明天在家看书。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míngtiān zài jiā kàn shū.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mai mình đọc sách ở nhà.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他每天七点起床。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měitiān qī diǎn qǐchuáng.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nào anh ấy cũng dậy lúc 7 giờ.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Thời gian có thể đảo lên đầu câu: 明天我在家看书。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Thời gian &amp; nơi chốn LUÔN đứng TRƯỚC động từ — ngược với tiếng Việt (đọc sách ở nhà).</a:t>
            </a:r>
          </a:p>
        </p:txBody>
      </p:sp>
      <p:pic>
        <p:nvPicPr>
          <p:cNvPr id="7" name="slide0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三大动词：是 · 有 · 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 = là (A 是 B) · 有 = có (sở hữu/tồn tại) · 在 = ở (vị trí)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我是学生。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shì xuésheng.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là học sinh.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yǒu liǎng ge gēge.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书在桌子上。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Shū zài zhuōzi shang.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Sách ở trên bàn.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不是 · 没有 · 不在. 有 chỉ phủ định bằng 没(有), KHÔNG có 不有.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 nối 2 danh từ; 在 nối người/vật với NƠI CHỐN.</a:t>
            </a:r>
          </a:p>
        </p:txBody>
      </p:sp>
      <p:pic>
        <p:nvPicPr>
          <p:cNvPr id="7" name="slide0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结构助词 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名/代 + 的 + 名 = của… / định ngữ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这是我的手机。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shì wǒ de shǒujī.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điện thoại của mình.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她是漂亮的老师。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shì piàoliang de lǎoshī.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là cô giáo xinh đẹp.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Người thân + tập thể có thể BỎ 的: 我妈妈 · 我们学校 · 我朋友.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 = 'của' (sở hữu) và cũng để gắn tính từ dài vào danh từ.</a:t>
            </a:r>
          </a:p>
        </p:txBody>
      </p:sp>
      <p:pic>
        <p:nvPicPr>
          <p:cNvPr id="7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形容词谓语：很 + 形容词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主语 + 很 + 形容词  (KHÔNG cần 是)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今天很冷。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hěn lěng.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trời lạnh.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这个菜很好吃。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Zhège cài hěn hǎochī.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Món này ngon.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很 ở đây chỉ là chữ đệm, không hẳn nghĩa 'rất'. Phủ định dùng 不: 不贵 · 不忙.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SAI 我是好 ❌ → ĐÚNG 我很好 ✔. Tính từ không đi với 是.</a:t>
            </a:r>
          </a:p>
        </p:txBody>
      </p:sp>
      <p:pic>
        <p:nvPicPr>
          <p:cNvPr id="7" name="slide0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7 cách đặt câu hỏi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 · 呢 · 什么 · 谁 · 哪(儿) · 几/多少 · 怎么(样) · chính phản V不V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你是老师吗？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shì lǎoshī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giáo viên phải không?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你叫什么名字？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jiào shénme míngzi?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你去不去？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qù bu qù?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có đi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几 hỏi số nhỏ (&lt;10, kèm lượng từ): 几个人? · 多少 hỏi số lớn (không cần lượng từ): 多少钱?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hỏi tiếng Trung KHÔNG đảo trật tự — chỉ thêm 吗 hoặc từ để hỏi vào đúng chỗ.</a:t>
            </a:r>
          </a:p>
        </p:txBody>
      </p:sp>
      <p:pic>
        <p:nvPicPr>
          <p:cNvPr id="7" name="slide0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动词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hành động thường gặp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ăn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喝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hē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uống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kàn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xem / đọc / nhìn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tīng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nghe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说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shuō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nói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读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dú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写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xiě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来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đến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回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huí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动词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Động từ thường dùng khác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94413" cy="501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3993989"/>
                <a:gridCol w="4215877"/>
              </a:tblGrid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买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mǎi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mua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zuò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làm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jiào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gọi / tên là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住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/ sống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xuéxí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học tập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gōngzuò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làm việc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喜欢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xǐhuan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thích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认识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rènshi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quen / nhận biết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打电话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dǎ diànhuà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gọi điện thoại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睡觉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shuìjiào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ngủ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能愿动词：会 · 想 · 能 · 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能愿动词 + 动词  (đứng TRƯỚC động từ chính)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我会说汉语。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huì shuō Hànyǔ.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biết nói tiếng Trung.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我想喝茶。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xiǎng hē chá.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uống trà.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今天我不能来。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Jīntiān wǒ bù néng lái.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mình không đến được.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会 = biết (kỹ năng học được) · 能 = có thể (khả năng/điều kiện) · 想 = muốn · 要 = muốn/phải · 可以 = được phép.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 thêm 不 ở trước: 不会 · 不想 · 不能.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HSK标准教程1 · 汉语教程1</a:t>
            </a:r>
          </a:p>
        </p:txBody>
      </p:sp>
      <p:pic>
        <p:nvPicPr>
          <p:cNvPr id="7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量词：数 + 量 + 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+ lượng từ + danh từ:  三本书 · 两个人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我买了三本书。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mǎi le sān běn shū.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đã mua ba quyển sách.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家里有两口人。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Jiā lǐ yǒu liǎng kǒu rén.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có hai người.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个 (chung) · 口 (người trong nhà) · 本 (sách) · 件 (áo/việc) · 张 (bàn/vé/giấy).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Trước lượng từ dùng 两, KHÔNG dùng 二: 两个 ✔ / 二个 ❌. 一点儿 = một chút; 有点儿 = hơi (than phiền: 有点儿贵).</a:t>
            </a:r>
          </a:p>
        </p:txBody>
      </p:sp>
      <p:pic>
        <p:nvPicPr>
          <p:cNvPr id="7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了：变化 &amp; 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① 了 cuối câu = tình huống MỚI / thay đổi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② 动词 + 了 = việc ĐÃ hoàn thành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下雨了。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 yǔ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mưa rồi. (mới)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我买了一件衣服。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mǎi le yí jiàn yīfu.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đã mua một cái áo.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Hỏi: 你吃饭了吗？ (Bạn ăn cơm chưa?)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Đã có 没 thì BỎ 了: 我没去 ✔ / 我没去了 ❌.</a:t>
            </a:r>
          </a:p>
        </p:txBody>
      </p:sp>
      <p:pic>
        <p:nvPicPr>
          <p:cNvPr id="7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 (từng) · 快…了 (sắp)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 + 过 = đã TỪNG (kinh nghiệm)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快(要) + … + 了 = SẮP xảy ra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我去过北京。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qù guo Běijīng.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từng đến Bắc Kinh.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快下雨了。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Kuài xià yǔ le.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Sắp mưa rồi.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 'từng': 没…过 — 我没去过。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= có trải nghiệm (bất kỳ lúc nào) · 了 = việc lần này đã xong.</a:t>
            </a:r>
          </a:p>
        </p:txBody>
      </p:sp>
      <p:pic>
        <p:nvPicPr>
          <p:cNvPr id="7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(正)在 (đang) · 太…了 (quá)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(正)在 + 动词 = đang làm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 + 形容词 + 了 = quá / lắm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他在看电视。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 zài kàn diànshì.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đang xem tivi.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太好了！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Tài hǎo le!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Tuyệt quá!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Nhấn mạnh hơn: 正在…(呢) — 我正在吃饭呢。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太贵了 = đắt quá. 太…了 hay dùng để cảm thán.</a:t>
            </a:r>
          </a:p>
        </p:txBody>
      </p:sp>
      <p:pic>
        <p:nvPicPr>
          <p:cNvPr id="7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都 · 也 · 和 · 吧 · 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 = đều · 也 = cũng (đứng TRƯỚC động từ)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 = và (nối danh từ) · 吧/呢 = trợ từ ngữ khí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我们都是学生。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Wǒmen dōu shì xuésheng.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mình đều là học sinh.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我和你一起去吧。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 hé nǐ yìqǐ qù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với bạn cùng đi nhé.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呢 hỏi ngắn / hỏi 'đang ở đâu': 你呢? · 我的书呢?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都/也 KHÔNG đứng cuối câu — luôn ngay trước động từ.</a:t>
            </a:r>
          </a:p>
        </p:txBody>
      </p:sp>
      <p:pic>
        <p:nvPicPr>
          <p:cNvPr id="7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不 vs 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12264"/>
          <a:ext cx="1109441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So sánh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bù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 méi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không (chủ ý / thói quen)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chưa (việc đã qua)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Dùng cho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hiện tại · tương lai · thói quen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quá khứ / chưa xảy ra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Với 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— (không có 不有)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没有 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我不喝酒 (không uống rượu)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我没去 (chưa đi)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了 · 过 · 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87168"/>
          <a:ext cx="11094415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了 le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过 guo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在 zài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Ý nghĩa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hoàn thành / thay đổi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đã từng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đang diễn ra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Vị trí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sau ĐT / cuối câu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sau động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trước động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买了 (đã mua)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去过 (từng đi)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在看 (đang xem)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Vận dụng tổng hợp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你好！你是学生吗？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Nǐ shì xuésheng 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是，我在大学学习汉语。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Shì, wǒ zài dàxué xuéxí Hànyǔ.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你会说英语吗？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huì shuō Yīngyǔ 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会一点儿。你呢？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Huì yìdiǎnr. Nǐ 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我也在学。你去过中国吗？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zài xué. Nǐ qù guo Zhōngguó ma?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去过，我很喜欢北京。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 guo, wǒ hěn xǐhuan Běijīng.</a:t>
            </a:r>
          </a:p>
        </p:txBody>
      </p:sp>
      <p:pic>
        <p:nvPicPr>
          <p:cNvPr id="12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辛苦了！继续加油 💪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Ngữ pháp xong → sang buổi ôn Từ vựng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