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HSK1 · 词汇总复习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Từ vựng theo cụm chủ đề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ôn 2/2 · trước khi thi HSK1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Buổi này quét sạch từ vựng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Đại từ · số đếm · thời gian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Người &amp; gia đình · nơi chốn &amp; phương hướng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 vật · đồ ăn thức uống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Tính từ (nhóm đối nghĩa) · màu sắc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Phó từ · liên từ · từ giao tiếp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cụm kèm 1 词组/câu mẫu để nhớ cách dùng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Đại từ (nhân xưng · chỉ định · nghi vấn)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/ mình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 / 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anh ấy / cô ấy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tôi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 / 那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/ nà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này / kia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 / 那儿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/ nàr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/ ở kia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哪 / 哪儿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nǎ / nǎr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nào / ở đâu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· 什么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shéi · shénme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ai · cái gì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这是我的朋友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shì wǒ de péngyou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đây là bạn của mình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Số đếm &amp; lượng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 二 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 èr sān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 · 2 ·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四 五 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sì wǔ liù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4 · 5 · 6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七 八 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 bā jiǔ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7 · 8 · 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 · 百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shí · bǎi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10 · trăm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两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liǎng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hai (trước lượng từ)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mấy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多少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duōshao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bao nhiêu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钱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三本书 · 两个人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sān běn shū · liǎng ge rén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3 quyển sách · 2 người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Thời gian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年 / 月 / 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nián / yuè / rì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năm / tháng / ngày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xīngqī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tuần / thứ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明天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míngtiān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ngày mai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昨天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zuótiān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qua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上午 / 下午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shàngwǔ / xiàwǔ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buổi sáng / chiều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xiànzài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bây giờ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点 / 分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diǎn / fēn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giờ / phút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星期一 · 下午三点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xīngqīyī · xiàwǔ sān diǎn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thứ Hai · 3 giờ chiều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Người &amp; gia đình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爸爸 / 妈妈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bàba / māma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bố / 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儿子 / 女儿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érzi / nǚ'ér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 trai / con gái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老师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lǎoshī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giáo viên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xuésheng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học sinh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医生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yīshēng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bác sĩ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朋友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péngyou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同学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tóngxué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先生 / 小姐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xiānsheng / xiǎojiě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ông / cô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我家有四口人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jiā yǒu sì kǒu rén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nhà mình có 4 người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Nơi chốn &amp; phương hướng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xuéxiào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trường học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商店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shāngdiàn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cửa hàng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医院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yīyuàn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bệnh viện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饭馆 / 饭店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fànguǎn / fàndiàn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quán ăn / khách sạn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中国 / 北京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Zhōngguó / Běijīng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Trung Quốc / Bắc Kinh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 / 下 / 里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 / xià / lǐ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trên / dưới / trong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前 / 后 / 左 / 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qián / hòu / zuǒ / yòu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trước / sau / trái / phải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书在桌子上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 zài zhuōzi shang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sách ở trên bàn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vật quen thuộc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sách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桌子 / 椅子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zhuōzi / yǐzi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bàn / ghế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电脑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diànnǎo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máy tính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电视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diànshì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tivi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电话 / 手机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diànhuà / shǒujī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điện thoại / đt di động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衣服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yīfu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quần 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东西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dōngxi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đồ đạc / đồ vật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我买了一件衣服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mǎi le yí jiàn yīfu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mình mua một cái áo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Đồ ăn – thức uống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米饭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mǐfàn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cơm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cài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món ăn / rau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水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nước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水果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shuǐguǒ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trái cây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苹果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píngguǒ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cơm / bữa ăn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我想喝一点儿茶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xiǎng hē yìdiǎnr chá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mình muốn uống chút trà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Tính từ (nhóm đối nghĩa)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 / 小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 / xiǎo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to / nhỏ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多 / 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duō / shǎo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nhiều / ít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冷 / 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lěng / rè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lạnh / nóng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贵 / 便宜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guì / piányi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đắt / rẻ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高兴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gāoxìng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vui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漂亮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piàoliang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đẹp / xinh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忙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máng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bận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lèi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1091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这个很漂亮，不贵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zhège hěn piàoliang, bú guì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cái này đẹp, không đắt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Màu sắc 颜色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71"/>
                <a:gridCol w="1331329"/>
                <a:gridCol w="3106436"/>
                <a:gridCol w="4215877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红色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hóngsè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đỏ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蓝色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lánsè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xanh dương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绿色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lǜsè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xanh lá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黄色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huángsè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vàng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白色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báisè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trắng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黑色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hēisè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đen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我喜欢红色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xǐhuan hóngsè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＝ mình thích màu đỏ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327800" y="2248624"/>
            <a:ext cx="654550" cy="3445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27800" y="2874988"/>
            <a:ext cx="654550" cy="344500"/>
          </a:xfrm>
          <a:prstGeom prst="roundRect">
            <a:avLst/>
          </a:prstGeom>
          <a:solidFill>
            <a:srgbClr val="2E86DE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27800" y="3501352"/>
            <a:ext cx="654550" cy="3445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27800" y="4127716"/>
            <a:ext cx="654550" cy="344500"/>
          </a:xfrm>
          <a:prstGeom prst="roundRect">
            <a:avLst/>
          </a:prstGeom>
          <a:solidFill>
            <a:srgbClr val="F1C40F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7800" y="4754080"/>
            <a:ext cx="654550" cy="34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27800" y="5380444"/>
            <a:ext cx="654550" cy="3445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Phó từ · liên từ · giao tiếp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很 / 太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hěn / tài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rất / quá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都 / 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dōu / yě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đều / cũng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/ 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bù / méi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/ chưa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请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qǐng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mời / xin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谢谢 / 不客气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xièxie / bú kèqi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cảm ơn / không có gì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对不起 / 没关系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duìbuqǐ / méi guānxi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lỗi / không sao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再见 · 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zàijiàn · wéi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tạm biệt · a lô (điện thoại)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giao tiếp thường gặp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你叫什么名字？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jiào shénme míngzi?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tên là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现在几点？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Xiànzài jǐ diǎn?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Bây giờ mấy giờ?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这个多少钱？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Zhège duōshao qián?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này bao nhiêu tiền?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你家有几口人？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jiā yǒu jǐ kǒu rén?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Nhà bạn có mấy người?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我想买一点儿水果。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xiǎng mǎi yìdiǎnr shuǐguǒ.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muốn mua chút trái cây.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复习完成！祝你考试顺利 🎉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 xong ngữ pháp + từ vựng → sẵn sàng thi HSK1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